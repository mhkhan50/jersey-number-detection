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j-lt"/>
        <a:ea typeface="+mj-ea"/>
        <a:cs typeface="+mj-cs"/>
        <a:sym typeface="Helvetica"/>
      </a:defRPr>
    </a:lvl1pPr>
    <a:lvl2pPr marL="0" marR="0" indent="0" algn="l"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j-lt"/>
        <a:ea typeface="+mj-ea"/>
        <a:cs typeface="+mj-cs"/>
        <a:sym typeface="Helvetica"/>
      </a:defRPr>
    </a:lvl2pPr>
    <a:lvl3pPr marL="0" marR="0" indent="0" algn="l"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j-lt"/>
        <a:ea typeface="+mj-ea"/>
        <a:cs typeface="+mj-cs"/>
        <a:sym typeface="Helvetica"/>
      </a:defRPr>
    </a:lvl3pPr>
    <a:lvl4pPr marL="0" marR="0" indent="0" algn="l"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j-lt"/>
        <a:ea typeface="+mj-ea"/>
        <a:cs typeface="+mj-cs"/>
        <a:sym typeface="Helvetica"/>
      </a:defRPr>
    </a:lvl4pPr>
    <a:lvl5pPr marL="0" marR="0" indent="0" algn="l"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j-lt"/>
        <a:ea typeface="+mj-ea"/>
        <a:cs typeface="+mj-cs"/>
        <a:sym typeface="Helvetica"/>
      </a:defRPr>
    </a:lvl5pPr>
    <a:lvl6pPr marL="0" marR="0" indent="0" algn="l"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j-lt"/>
        <a:ea typeface="+mj-ea"/>
        <a:cs typeface="+mj-cs"/>
        <a:sym typeface="Helvetica"/>
      </a:defRPr>
    </a:lvl6pPr>
    <a:lvl7pPr marL="0" marR="0" indent="0" algn="l"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j-lt"/>
        <a:ea typeface="+mj-ea"/>
        <a:cs typeface="+mj-cs"/>
        <a:sym typeface="Helvetica"/>
      </a:defRPr>
    </a:lvl7pPr>
    <a:lvl8pPr marL="0" marR="0" indent="0" algn="l"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j-lt"/>
        <a:ea typeface="+mj-ea"/>
        <a:cs typeface="+mj-cs"/>
        <a:sym typeface="Helvetica"/>
      </a:defRPr>
    </a:lvl8pPr>
    <a:lvl9pPr marL="0" marR="0" indent="0" algn="l"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j-lt"/>
        <a:ea typeface="+mj-ea"/>
        <a:cs typeface="+mj-cs"/>
        <a:sym typeface="Helvetica"/>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7F3F4"/>
          </a:solidFill>
        </a:fill>
      </a:tcStyle>
    </a:wholeTbl>
    <a:band2H>
      <a:tcTxStyle/>
      <a:tcStyle>
        <a:tcBdr/>
        <a:fill>
          <a:solidFill>
            <a:srgbClr val="F3F9FA"/>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BDBDB"/>
          </a:solidFill>
        </a:fill>
      </a:tcStyle>
    </a:wholeTbl>
    <a:band2H>
      <a:tcTxStyle/>
      <a:tcStyle>
        <a:tcBdr/>
        <a:fill>
          <a:solidFill>
            <a:srgbClr val="EEEEEE"/>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CD9"/>
          </a:solidFill>
        </a:fill>
      </a:tcStyle>
    </a:wholeTbl>
    <a:band2H>
      <a:tcTxStyle/>
      <a:tcStyle>
        <a:tcBdr/>
        <a:fill>
          <a:solidFill>
            <a:srgbClr val="E7E7ED"/>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984"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8" name="Shape 148"/>
          <p:cNvSpPr>
            <a:spLocks noGrp="1" noRot="1" noChangeAspect="1"/>
          </p:cNvSpPr>
          <p:nvPr>
            <p:ph type="sldImg"/>
          </p:nvPr>
        </p:nvSpPr>
        <p:spPr>
          <a:xfrm>
            <a:off x="1143000" y="685800"/>
            <a:ext cx="4572000" cy="3429000"/>
          </a:xfrm>
          <a:prstGeom prst="rect">
            <a:avLst/>
          </a:prstGeom>
        </p:spPr>
        <p:txBody>
          <a:bodyPr/>
          <a:lstStyle/>
          <a:p>
            <a:endParaRPr/>
          </a:p>
        </p:txBody>
      </p:sp>
      <p:sp>
        <p:nvSpPr>
          <p:cNvPr id="149" name="Shape 149"/>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770310605"/>
      </p:ext>
    </p:extLst>
  </p:cSld>
  <p:clrMap bg1="lt1" tx1="dk1" bg2="lt2" tx2="dk2" accent1="accent1" accent2="accent2" accent3="accent3" accent4="accent4" accent5="accent5" accent6="accent6" hlink="hlink" folHlink="folHlink"/>
  <p:notesStyle>
    <a:lvl1pPr latinLnBrk="0">
      <a:spcBef>
        <a:spcPts val="400"/>
      </a:spcBef>
      <a:defRPr sz="1200">
        <a:latin typeface="+mn-lt"/>
        <a:ea typeface="+mn-ea"/>
        <a:cs typeface="+mn-cs"/>
        <a:sym typeface="Arial"/>
      </a:defRPr>
    </a:lvl1pPr>
    <a:lvl2pPr indent="228600" latinLnBrk="0">
      <a:spcBef>
        <a:spcPts val="400"/>
      </a:spcBef>
      <a:defRPr sz="1200">
        <a:latin typeface="+mn-lt"/>
        <a:ea typeface="+mn-ea"/>
        <a:cs typeface="+mn-cs"/>
        <a:sym typeface="Arial"/>
      </a:defRPr>
    </a:lvl2pPr>
    <a:lvl3pPr indent="457200" latinLnBrk="0">
      <a:spcBef>
        <a:spcPts val="400"/>
      </a:spcBef>
      <a:defRPr sz="1200">
        <a:latin typeface="+mn-lt"/>
        <a:ea typeface="+mn-ea"/>
        <a:cs typeface="+mn-cs"/>
        <a:sym typeface="Arial"/>
      </a:defRPr>
    </a:lvl3pPr>
    <a:lvl4pPr indent="685800" latinLnBrk="0">
      <a:spcBef>
        <a:spcPts val="400"/>
      </a:spcBef>
      <a:defRPr sz="1200">
        <a:latin typeface="+mn-lt"/>
        <a:ea typeface="+mn-ea"/>
        <a:cs typeface="+mn-cs"/>
        <a:sym typeface="Arial"/>
      </a:defRPr>
    </a:lvl4pPr>
    <a:lvl5pPr indent="914400" latinLnBrk="0">
      <a:spcBef>
        <a:spcPts val="400"/>
      </a:spcBef>
      <a:defRPr sz="1200">
        <a:latin typeface="+mn-lt"/>
        <a:ea typeface="+mn-ea"/>
        <a:cs typeface="+mn-cs"/>
        <a:sym typeface="Arial"/>
      </a:defRPr>
    </a:lvl5pPr>
    <a:lvl6pPr indent="1143000" latinLnBrk="0">
      <a:spcBef>
        <a:spcPts val="400"/>
      </a:spcBef>
      <a:defRPr sz="1200">
        <a:latin typeface="+mn-lt"/>
        <a:ea typeface="+mn-ea"/>
        <a:cs typeface="+mn-cs"/>
        <a:sym typeface="Arial"/>
      </a:defRPr>
    </a:lvl6pPr>
    <a:lvl7pPr indent="1371600" latinLnBrk="0">
      <a:spcBef>
        <a:spcPts val="400"/>
      </a:spcBef>
      <a:defRPr sz="1200">
        <a:latin typeface="+mn-lt"/>
        <a:ea typeface="+mn-ea"/>
        <a:cs typeface="+mn-cs"/>
        <a:sym typeface="Arial"/>
      </a:defRPr>
    </a:lvl7pPr>
    <a:lvl8pPr indent="1600200" latinLnBrk="0">
      <a:spcBef>
        <a:spcPts val="400"/>
      </a:spcBef>
      <a:defRPr sz="1200">
        <a:latin typeface="+mn-lt"/>
        <a:ea typeface="+mn-ea"/>
        <a:cs typeface="+mn-cs"/>
        <a:sym typeface="Arial"/>
      </a:defRPr>
    </a:lvl8pPr>
    <a:lvl9pPr indent="1828800" latinLnBrk="0">
      <a:spcBef>
        <a:spcPts val="400"/>
      </a:spcBef>
      <a:defRPr sz="1200">
        <a:latin typeface="+mn-lt"/>
        <a:ea typeface="+mn-ea"/>
        <a:cs typeface="+mn-cs"/>
        <a:sym typeface="Arial"/>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pic>
        <p:nvPicPr>
          <p:cNvPr id="11" name="Picture 11" descr="Picture 11"/>
          <p:cNvPicPr>
            <a:picLocks noChangeAspect="1"/>
          </p:cNvPicPr>
          <p:nvPr/>
        </p:nvPicPr>
        <p:blipFill>
          <a:blip r:embed="rId2">
            <a:extLst/>
          </a:blip>
          <a:stretch>
            <a:fillRect/>
          </a:stretch>
        </p:blipFill>
        <p:spPr>
          <a:xfrm>
            <a:off x="7010400" y="266700"/>
            <a:ext cx="1981200" cy="1117600"/>
          </a:xfrm>
          <a:prstGeom prst="rect">
            <a:avLst/>
          </a:prstGeom>
          <a:ln w="12700">
            <a:miter lim="400000"/>
          </a:ln>
        </p:spPr>
      </p:pic>
      <p:sp>
        <p:nvSpPr>
          <p:cNvPr id="12" name="Title Text"/>
          <p:cNvSpPr>
            <a:spLocks noGrp="1"/>
          </p:cNvSpPr>
          <p:nvPr>
            <p:ph type="title"/>
          </p:nvPr>
        </p:nvSpPr>
        <p:spPr>
          <a:xfrm>
            <a:off x="685800" y="2130425"/>
            <a:ext cx="7772400" cy="1470025"/>
          </a:xfrm>
          <a:prstGeom prst="rect">
            <a:avLst/>
          </a:prstGeom>
        </p:spPr>
        <p:txBody>
          <a:bodyPr lIns="45718" tIns="45718" rIns="45718" bIns="45718"/>
          <a:lstStyle>
            <a:lvl1pPr>
              <a:defRPr sz="3200">
                <a:solidFill>
                  <a:srgbClr val="009999"/>
                </a:solidFill>
                <a:latin typeface="+mn-lt"/>
                <a:ea typeface="+mn-ea"/>
                <a:cs typeface="+mn-cs"/>
                <a:sym typeface="Arial"/>
              </a:defRPr>
            </a:lvl1pPr>
          </a:lstStyle>
          <a:p>
            <a:r>
              <a:t>Title Text</a:t>
            </a:r>
          </a:p>
        </p:txBody>
      </p:sp>
      <p:sp>
        <p:nvSpPr>
          <p:cNvPr id="13" name="Body Level One…"/>
          <p:cNvSpPr>
            <a:spLocks noGrp="1"/>
          </p:cNvSpPr>
          <p:nvPr>
            <p:ph type="body" sz="quarter" idx="1"/>
          </p:nvPr>
        </p:nvSpPr>
        <p:spPr>
          <a:xfrm>
            <a:off x="1371600" y="3886200"/>
            <a:ext cx="6400800" cy="1752600"/>
          </a:xfrm>
          <a:prstGeom prst="rect">
            <a:avLst/>
          </a:prstGeom>
        </p:spPr>
        <p:txBody>
          <a:bodyPr lIns="45718" tIns="45718" rIns="45718" bIns="45718"/>
          <a:lstStyle>
            <a:lvl1pPr marL="0" indent="0" algn="ctr">
              <a:spcBef>
                <a:spcPts val="500"/>
              </a:spcBef>
              <a:buSzTx/>
              <a:buFontTx/>
              <a:buNone/>
              <a:defRPr sz="2400">
                <a:solidFill>
                  <a:srgbClr val="009999"/>
                </a:solidFill>
                <a:latin typeface="+mn-lt"/>
                <a:ea typeface="+mn-ea"/>
                <a:cs typeface="+mn-cs"/>
                <a:sym typeface="Arial"/>
              </a:defRPr>
            </a:lvl1pPr>
            <a:lvl2pPr marL="742950" indent="-285750" algn="ctr">
              <a:spcBef>
                <a:spcPts val="500"/>
              </a:spcBef>
              <a:buFontTx/>
              <a:defRPr sz="2400">
                <a:solidFill>
                  <a:srgbClr val="009999"/>
                </a:solidFill>
                <a:latin typeface="+mn-lt"/>
                <a:ea typeface="+mn-ea"/>
                <a:cs typeface="+mn-cs"/>
                <a:sym typeface="Arial"/>
              </a:defRPr>
            </a:lvl2pPr>
            <a:lvl3pPr marL="1143000" indent="-228600" algn="ctr">
              <a:spcBef>
                <a:spcPts val="500"/>
              </a:spcBef>
              <a:buFontTx/>
              <a:defRPr sz="2400">
                <a:solidFill>
                  <a:srgbClr val="009999"/>
                </a:solidFill>
                <a:latin typeface="+mn-lt"/>
                <a:ea typeface="+mn-ea"/>
                <a:cs typeface="+mn-cs"/>
                <a:sym typeface="Arial"/>
              </a:defRPr>
            </a:lvl3pPr>
            <a:lvl4pPr marL="1600200" indent="-228600" algn="ctr">
              <a:spcBef>
                <a:spcPts val="500"/>
              </a:spcBef>
              <a:buFontTx/>
              <a:defRPr sz="2400">
                <a:solidFill>
                  <a:srgbClr val="009999"/>
                </a:solidFill>
                <a:latin typeface="+mn-lt"/>
                <a:ea typeface="+mn-ea"/>
                <a:cs typeface="+mn-cs"/>
                <a:sym typeface="Arial"/>
              </a:defRPr>
            </a:lvl4pPr>
            <a:lvl5pPr marL="2057400" indent="-228600" algn="ctr">
              <a:spcBef>
                <a:spcPts val="500"/>
              </a:spcBef>
              <a:buFontTx/>
              <a:defRPr sz="2400">
                <a:solidFill>
                  <a:srgbClr val="009999"/>
                </a:solidFill>
                <a:latin typeface="+mn-lt"/>
                <a:ea typeface="+mn-ea"/>
                <a:cs typeface="+mn-cs"/>
                <a:sym typeface="Arial"/>
              </a:defRPr>
            </a:lvl5pPr>
          </a:lstStyle>
          <a:p>
            <a:r>
              <a:t>Body Level One</a:t>
            </a:r>
          </a:p>
          <a:p>
            <a:pPr lvl="1"/>
            <a:r>
              <a:t>Body Level Two</a:t>
            </a:r>
          </a:p>
          <a:p>
            <a:pPr lvl="2"/>
            <a:r>
              <a:t>Body Level Three</a:t>
            </a:r>
          </a:p>
          <a:p>
            <a:pPr lvl="3"/>
            <a:r>
              <a:t>Body Level Four</a:t>
            </a:r>
          </a:p>
          <a:p>
            <a:pPr lvl="4"/>
            <a:r>
              <a:t>Body Level Five</a:t>
            </a:r>
          </a:p>
        </p:txBody>
      </p:sp>
      <p:sp>
        <p:nvSpPr>
          <p:cNvPr id="14" name="Slide Number"/>
          <p:cNvSpPr>
            <a:spLocks noGrp="1"/>
          </p:cNvSpPr>
          <p:nvPr>
            <p:ph type="sldNum" sz="quarter" idx="2"/>
          </p:nvPr>
        </p:nvSpPr>
        <p:spPr>
          <a:xfrm>
            <a:off x="4283971" y="6453335"/>
            <a:ext cx="301907" cy="288823"/>
          </a:xfrm>
          <a:prstGeom prst="rect">
            <a:avLst/>
          </a:prstGeom>
        </p:spPr>
        <p:txBody>
          <a:bodyPr lIns="45718" tIns="45718" rIns="45718" bIns="45718" anchor="t"/>
          <a:lstStyle>
            <a:lvl1pPr>
              <a:defRPr sz="1400">
                <a:solidFill>
                  <a:srgbClr val="000000"/>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pic>
        <p:nvPicPr>
          <p:cNvPr id="21" name="Picture 11" descr="Picture 11"/>
          <p:cNvPicPr>
            <a:picLocks noChangeAspect="1"/>
          </p:cNvPicPr>
          <p:nvPr/>
        </p:nvPicPr>
        <p:blipFill>
          <a:blip r:embed="rId2">
            <a:extLst/>
          </a:blip>
          <a:stretch>
            <a:fillRect/>
          </a:stretch>
        </p:blipFill>
        <p:spPr>
          <a:xfrm>
            <a:off x="7010400" y="266700"/>
            <a:ext cx="1981200" cy="1117600"/>
          </a:xfrm>
          <a:prstGeom prst="rect">
            <a:avLst/>
          </a:prstGeom>
          <a:ln w="12700">
            <a:miter lim="400000"/>
          </a:ln>
        </p:spPr>
      </p:pic>
      <p:sp>
        <p:nvSpPr>
          <p:cNvPr id="23" name="Title Text"/>
          <p:cNvSpPr>
            <a:spLocks noGrp="1"/>
          </p:cNvSpPr>
          <p:nvPr>
            <p:ph type="title"/>
          </p:nvPr>
        </p:nvSpPr>
        <p:spPr>
          <a:xfrm>
            <a:off x="914400" y="381000"/>
            <a:ext cx="6324600" cy="609600"/>
          </a:xfrm>
          <a:prstGeom prst="rect">
            <a:avLst/>
          </a:prstGeom>
        </p:spPr>
        <p:txBody>
          <a:bodyPr lIns="45718" tIns="45718" rIns="45718" bIns="45718"/>
          <a:lstStyle>
            <a:lvl1pPr>
              <a:defRPr sz="3200">
                <a:solidFill>
                  <a:srgbClr val="009999"/>
                </a:solidFill>
                <a:latin typeface="+mn-lt"/>
                <a:ea typeface="+mn-ea"/>
                <a:cs typeface="+mn-cs"/>
                <a:sym typeface="Arial"/>
              </a:defRPr>
            </a:lvl1pPr>
          </a:lstStyle>
          <a:p>
            <a:r>
              <a:t>Title Text</a:t>
            </a:r>
          </a:p>
        </p:txBody>
      </p:sp>
      <p:sp>
        <p:nvSpPr>
          <p:cNvPr id="24" name="Body Level One…"/>
          <p:cNvSpPr>
            <a:spLocks noGrp="1"/>
          </p:cNvSpPr>
          <p:nvPr>
            <p:ph type="body" idx="1"/>
          </p:nvPr>
        </p:nvSpPr>
        <p:spPr>
          <a:xfrm>
            <a:off x="914400" y="1600200"/>
            <a:ext cx="7772400" cy="4419600"/>
          </a:xfrm>
          <a:prstGeom prst="rect">
            <a:avLst/>
          </a:prstGeom>
        </p:spPr>
        <p:txBody>
          <a:bodyPr lIns="45718" tIns="45718" rIns="45718" bIns="45718"/>
          <a:lstStyle>
            <a:lvl1pPr>
              <a:spcBef>
                <a:spcPts val="500"/>
              </a:spcBef>
              <a:buClr>
                <a:srgbClr val="009999"/>
              </a:buClr>
              <a:buFontTx/>
              <a:defRPr sz="2400">
                <a:solidFill>
                  <a:srgbClr val="009999"/>
                </a:solidFill>
                <a:latin typeface="+mn-lt"/>
                <a:ea typeface="+mn-ea"/>
                <a:cs typeface="+mn-cs"/>
                <a:sym typeface="Arial"/>
              </a:defRPr>
            </a:lvl1pPr>
            <a:lvl2pPr marL="742950" indent="-285750">
              <a:spcBef>
                <a:spcPts val="500"/>
              </a:spcBef>
              <a:buClr>
                <a:srgbClr val="009999"/>
              </a:buClr>
              <a:buFontTx/>
              <a:defRPr sz="2400">
                <a:solidFill>
                  <a:srgbClr val="009999"/>
                </a:solidFill>
                <a:latin typeface="+mn-lt"/>
                <a:ea typeface="+mn-ea"/>
                <a:cs typeface="+mn-cs"/>
                <a:sym typeface="Arial"/>
              </a:defRPr>
            </a:lvl2pPr>
            <a:lvl3pPr marL="1143000" indent="-228600">
              <a:spcBef>
                <a:spcPts val="500"/>
              </a:spcBef>
              <a:buClr>
                <a:srgbClr val="009999"/>
              </a:buClr>
              <a:buFontTx/>
              <a:defRPr sz="2400">
                <a:solidFill>
                  <a:srgbClr val="009999"/>
                </a:solidFill>
                <a:latin typeface="+mn-lt"/>
                <a:ea typeface="+mn-ea"/>
                <a:cs typeface="+mn-cs"/>
                <a:sym typeface="Arial"/>
              </a:defRPr>
            </a:lvl3pPr>
            <a:lvl4pPr marL="1600200" indent="-228600">
              <a:spcBef>
                <a:spcPts val="500"/>
              </a:spcBef>
              <a:buClr>
                <a:srgbClr val="009999"/>
              </a:buClr>
              <a:buFontTx/>
              <a:defRPr sz="2400">
                <a:solidFill>
                  <a:srgbClr val="009999"/>
                </a:solidFill>
                <a:latin typeface="+mn-lt"/>
                <a:ea typeface="+mn-ea"/>
                <a:cs typeface="+mn-cs"/>
                <a:sym typeface="Arial"/>
              </a:defRPr>
            </a:lvl4pPr>
            <a:lvl5pPr marL="2057400" indent="-228600">
              <a:spcBef>
                <a:spcPts val="500"/>
              </a:spcBef>
              <a:buClr>
                <a:srgbClr val="009999"/>
              </a:buClr>
              <a:buFontTx/>
              <a:defRPr sz="2400">
                <a:solidFill>
                  <a:srgbClr val="009999"/>
                </a:solidFill>
                <a:latin typeface="+mn-lt"/>
                <a:ea typeface="+mn-ea"/>
                <a:cs typeface="+mn-cs"/>
                <a:sym typeface="Arial"/>
              </a:defRPr>
            </a:lvl5pPr>
          </a:lstStyle>
          <a:p>
            <a:r>
              <a:t>Body Level One</a:t>
            </a:r>
          </a:p>
          <a:p>
            <a:pPr lvl="1"/>
            <a:r>
              <a:t>Body Level Two</a:t>
            </a:r>
          </a:p>
          <a:p>
            <a:pPr lvl="2"/>
            <a:r>
              <a:t>Body Level Three</a:t>
            </a:r>
          </a:p>
          <a:p>
            <a:pPr lvl="3"/>
            <a:r>
              <a:t>Body Level Four</a:t>
            </a:r>
          </a:p>
          <a:p>
            <a:pPr lvl="4"/>
            <a:r>
              <a:t>Body Level Five</a:t>
            </a:r>
          </a:p>
        </p:txBody>
      </p:sp>
      <p:sp>
        <p:nvSpPr>
          <p:cNvPr id="25" name="Slide Number"/>
          <p:cNvSpPr>
            <a:spLocks noGrp="1"/>
          </p:cNvSpPr>
          <p:nvPr>
            <p:ph type="sldNum" sz="quarter" idx="2"/>
          </p:nvPr>
        </p:nvSpPr>
        <p:spPr>
          <a:xfrm>
            <a:off x="4283971" y="6453335"/>
            <a:ext cx="301907" cy="288823"/>
          </a:xfrm>
          <a:prstGeom prst="rect">
            <a:avLst/>
          </a:prstGeom>
        </p:spPr>
        <p:txBody>
          <a:bodyPr lIns="45718" tIns="45718" rIns="45718" bIns="45718" anchor="t"/>
          <a:lstStyle>
            <a:lvl1pPr>
              <a:defRPr sz="1400">
                <a:solidFill>
                  <a:srgbClr val="000000"/>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pic>
        <p:nvPicPr>
          <p:cNvPr id="32" name="Picture 11" descr="Picture 11"/>
          <p:cNvPicPr>
            <a:picLocks noChangeAspect="1"/>
          </p:cNvPicPr>
          <p:nvPr/>
        </p:nvPicPr>
        <p:blipFill>
          <a:blip r:embed="rId2">
            <a:extLst/>
          </a:blip>
          <a:stretch>
            <a:fillRect/>
          </a:stretch>
        </p:blipFill>
        <p:spPr>
          <a:xfrm>
            <a:off x="7010400" y="266700"/>
            <a:ext cx="1981200" cy="1117600"/>
          </a:xfrm>
          <a:prstGeom prst="rect">
            <a:avLst/>
          </a:prstGeom>
          <a:ln w="12700">
            <a:miter lim="400000"/>
          </a:ln>
        </p:spPr>
      </p:pic>
      <p:pic>
        <p:nvPicPr>
          <p:cNvPr id="33" name="16746649-FA14-446D-9E95-6B99C24A0DED-L0-001.png" descr="16746649-FA14-446D-9E95-6B99C24A0DED-L0-001.png"/>
          <p:cNvPicPr>
            <a:picLocks noChangeAspect="1"/>
          </p:cNvPicPr>
          <p:nvPr/>
        </p:nvPicPr>
        <p:blipFill>
          <a:blip r:embed="rId3">
            <a:extLst/>
          </a:blip>
          <a:stretch>
            <a:fillRect/>
          </a:stretch>
        </p:blipFill>
        <p:spPr>
          <a:xfrm>
            <a:off x="7285980" y="6021287"/>
            <a:ext cx="1705620" cy="641315"/>
          </a:xfrm>
          <a:prstGeom prst="rect">
            <a:avLst/>
          </a:prstGeom>
          <a:ln w="12700">
            <a:miter lim="400000"/>
          </a:ln>
        </p:spPr>
      </p:pic>
      <p:sp>
        <p:nvSpPr>
          <p:cNvPr id="34" name="Title Text"/>
          <p:cNvSpPr>
            <a:spLocks noGrp="1"/>
          </p:cNvSpPr>
          <p:nvPr>
            <p:ph type="title"/>
          </p:nvPr>
        </p:nvSpPr>
        <p:spPr>
          <a:xfrm>
            <a:off x="722312" y="4406900"/>
            <a:ext cx="7772401" cy="1362075"/>
          </a:xfrm>
          <a:prstGeom prst="rect">
            <a:avLst/>
          </a:prstGeom>
        </p:spPr>
        <p:txBody>
          <a:bodyPr lIns="45718" tIns="45718" rIns="45718" bIns="45718" anchor="t"/>
          <a:lstStyle>
            <a:lvl1pPr algn="l">
              <a:defRPr sz="4000" b="1" cap="all">
                <a:solidFill>
                  <a:srgbClr val="009999"/>
                </a:solidFill>
                <a:latin typeface="+mn-lt"/>
                <a:ea typeface="+mn-ea"/>
                <a:cs typeface="+mn-cs"/>
                <a:sym typeface="Arial"/>
              </a:defRPr>
            </a:lvl1pPr>
          </a:lstStyle>
          <a:p>
            <a:r>
              <a:t>Title Text</a:t>
            </a:r>
          </a:p>
        </p:txBody>
      </p:sp>
      <p:sp>
        <p:nvSpPr>
          <p:cNvPr id="35" name="Body Level One…"/>
          <p:cNvSpPr>
            <a:spLocks noGrp="1"/>
          </p:cNvSpPr>
          <p:nvPr>
            <p:ph type="body" sz="quarter" idx="1"/>
          </p:nvPr>
        </p:nvSpPr>
        <p:spPr>
          <a:xfrm>
            <a:off x="722312" y="2906713"/>
            <a:ext cx="7772401" cy="1500189"/>
          </a:xfrm>
          <a:prstGeom prst="rect">
            <a:avLst/>
          </a:prstGeom>
        </p:spPr>
        <p:txBody>
          <a:bodyPr lIns="45718" tIns="45718" rIns="45718" bIns="45718" anchor="b"/>
          <a:lstStyle>
            <a:lvl1pPr marL="0" indent="0">
              <a:spcBef>
                <a:spcPts val="400"/>
              </a:spcBef>
              <a:buSzTx/>
              <a:buFontTx/>
              <a:buNone/>
              <a:defRPr sz="2000">
                <a:solidFill>
                  <a:srgbClr val="009999"/>
                </a:solidFill>
                <a:latin typeface="+mn-lt"/>
                <a:ea typeface="+mn-ea"/>
                <a:cs typeface="+mn-cs"/>
                <a:sym typeface="Arial"/>
              </a:defRPr>
            </a:lvl1pPr>
            <a:lvl2pPr marL="0" indent="0">
              <a:spcBef>
                <a:spcPts val="400"/>
              </a:spcBef>
              <a:buSzTx/>
              <a:buFontTx/>
              <a:buNone/>
              <a:defRPr sz="2000">
                <a:solidFill>
                  <a:srgbClr val="009999"/>
                </a:solidFill>
                <a:latin typeface="+mn-lt"/>
                <a:ea typeface="+mn-ea"/>
                <a:cs typeface="+mn-cs"/>
                <a:sym typeface="Arial"/>
              </a:defRPr>
            </a:lvl2pPr>
            <a:lvl3pPr marL="0" indent="0">
              <a:spcBef>
                <a:spcPts val="400"/>
              </a:spcBef>
              <a:buSzTx/>
              <a:buFontTx/>
              <a:buNone/>
              <a:defRPr sz="2000">
                <a:solidFill>
                  <a:srgbClr val="009999"/>
                </a:solidFill>
                <a:latin typeface="+mn-lt"/>
                <a:ea typeface="+mn-ea"/>
                <a:cs typeface="+mn-cs"/>
                <a:sym typeface="Arial"/>
              </a:defRPr>
            </a:lvl3pPr>
            <a:lvl4pPr marL="0" indent="0">
              <a:spcBef>
                <a:spcPts val="400"/>
              </a:spcBef>
              <a:buSzTx/>
              <a:buFontTx/>
              <a:buNone/>
              <a:defRPr sz="2000">
                <a:solidFill>
                  <a:srgbClr val="009999"/>
                </a:solidFill>
                <a:latin typeface="+mn-lt"/>
                <a:ea typeface="+mn-ea"/>
                <a:cs typeface="+mn-cs"/>
                <a:sym typeface="Arial"/>
              </a:defRPr>
            </a:lvl4pPr>
            <a:lvl5pPr marL="0" indent="0">
              <a:spcBef>
                <a:spcPts val="400"/>
              </a:spcBef>
              <a:buSzTx/>
              <a:buFontTx/>
              <a:buNone/>
              <a:defRPr sz="2000">
                <a:solidFill>
                  <a:srgbClr val="009999"/>
                </a:solidFill>
                <a:latin typeface="+mn-lt"/>
                <a:ea typeface="+mn-ea"/>
                <a:cs typeface="+mn-cs"/>
                <a:sym typeface="Arial"/>
              </a:defRPr>
            </a:lvl5pPr>
          </a:lstStyle>
          <a:p>
            <a:r>
              <a:t>Body Level One</a:t>
            </a:r>
          </a:p>
          <a:p>
            <a:pPr lvl="1"/>
            <a:r>
              <a:t>Body Level Two</a:t>
            </a:r>
          </a:p>
          <a:p>
            <a:pPr lvl="2"/>
            <a:r>
              <a:t>Body Level Three</a:t>
            </a:r>
          </a:p>
          <a:p>
            <a:pPr lvl="3"/>
            <a:r>
              <a:t>Body Level Four</a:t>
            </a:r>
          </a:p>
          <a:p>
            <a:pPr lvl="4"/>
            <a:r>
              <a:t>Body Level Five</a:t>
            </a:r>
          </a:p>
        </p:txBody>
      </p:sp>
      <p:sp>
        <p:nvSpPr>
          <p:cNvPr id="36" name="Slide Number"/>
          <p:cNvSpPr>
            <a:spLocks noGrp="1"/>
          </p:cNvSpPr>
          <p:nvPr>
            <p:ph type="sldNum" sz="quarter" idx="2"/>
          </p:nvPr>
        </p:nvSpPr>
        <p:spPr>
          <a:xfrm>
            <a:off x="4283971" y="6453335"/>
            <a:ext cx="301907" cy="288823"/>
          </a:xfrm>
          <a:prstGeom prst="rect">
            <a:avLst/>
          </a:prstGeom>
        </p:spPr>
        <p:txBody>
          <a:bodyPr lIns="45718" tIns="45718" rIns="45718" bIns="45718" anchor="t"/>
          <a:lstStyle>
            <a:lvl1pPr>
              <a:defRPr sz="1400">
                <a:solidFill>
                  <a:srgbClr val="000000"/>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pic>
        <p:nvPicPr>
          <p:cNvPr id="43" name="Picture 11" descr="Picture 11"/>
          <p:cNvPicPr>
            <a:picLocks noChangeAspect="1"/>
          </p:cNvPicPr>
          <p:nvPr/>
        </p:nvPicPr>
        <p:blipFill>
          <a:blip r:embed="rId2">
            <a:extLst/>
          </a:blip>
          <a:stretch>
            <a:fillRect/>
          </a:stretch>
        </p:blipFill>
        <p:spPr>
          <a:xfrm>
            <a:off x="7010400" y="266700"/>
            <a:ext cx="1981200" cy="1117600"/>
          </a:xfrm>
          <a:prstGeom prst="rect">
            <a:avLst/>
          </a:prstGeom>
          <a:ln w="12700">
            <a:miter lim="400000"/>
          </a:ln>
        </p:spPr>
      </p:pic>
      <p:pic>
        <p:nvPicPr>
          <p:cNvPr id="44" name="16746649-FA14-446D-9E95-6B99C24A0DED-L0-001.png" descr="16746649-FA14-446D-9E95-6B99C24A0DED-L0-001.png"/>
          <p:cNvPicPr>
            <a:picLocks noChangeAspect="1"/>
          </p:cNvPicPr>
          <p:nvPr/>
        </p:nvPicPr>
        <p:blipFill>
          <a:blip r:embed="rId3">
            <a:extLst/>
          </a:blip>
          <a:stretch>
            <a:fillRect/>
          </a:stretch>
        </p:blipFill>
        <p:spPr>
          <a:xfrm>
            <a:off x="7285980" y="6021287"/>
            <a:ext cx="1705620" cy="641315"/>
          </a:xfrm>
          <a:prstGeom prst="rect">
            <a:avLst/>
          </a:prstGeom>
          <a:ln w="12700">
            <a:miter lim="400000"/>
          </a:ln>
        </p:spPr>
      </p:pic>
      <p:sp>
        <p:nvSpPr>
          <p:cNvPr id="45" name="Title Text"/>
          <p:cNvSpPr>
            <a:spLocks noGrp="1"/>
          </p:cNvSpPr>
          <p:nvPr>
            <p:ph type="title"/>
          </p:nvPr>
        </p:nvSpPr>
        <p:spPr>
          <a:xfrm>
            <a:off x="914400" y="381000"/>
            <a:ext cx="6324600" cy="609600"/>
          </a:xfrm>
          <a:prstGeom prst="rect">
            <a:avLst/>
          </a:prstGeom>
        </p:spPr>
        <p:txBody>
          <a:bodyPr lIns="45718" tIns="45718" rIns="45718" bIns="45718"/>
          <a:lstStyle>
            <a:lvl1pPr>
              <a:defRPr sz="3200">
                <a:solidFill>
                  <a:srgbClr val="009999"/>
                </a:solidFill>
                <a:latin typeface="+mn-lt"/>
                <a:ea typeface="+mn-ea"/>
                <a:cs typeface="+mn-cs"/>
                <a:sym typeface="Arial"/>
              </a:defRPr>
            </a:lvl1pPr>
          </a:lstStyle>
          <a:p>
            <a:r>
              <a:t>Title Text</a:t>
            </a:r>
          </a:p>
        </p:txBody>
      </p:sp>
      <p:sp>
        <p:nvSpPr>
          <p:cNvPr id="46" name="Body Level One…"/>
          <p:cNvSpPr>
            <a:spLocks noGrp="1"/>
          </p:cNvSpPr>
          <p:nvPr>
            <p:ph type="body" sz="half" idx="1"/>
          </p:nvPr>
        </p:nvSpPr>
        <p:spPr>
          <a:xfrm>
            <a:off x="685800" y="1981200"/>
            <a:ext cx="3810000" cy="4114800"/>
          </a:xfrm>
          <a:prstGeom prst="rect">
            <a:avLst/>
          </a:prstGeom>
        </p:spPr>
        <p:txBody>
          <a:bodyPr lIns="45718" tIns="45718" rIns="45718" bIns="45718"/>
          <a:lstStyle>
            <a:lvl1pPr>
              <a:spcBef>
                <a:spcPts val="600"/>
              </a:spcBef>
              <a:buClr>
                <a:srgbClr val="009999"/>
              </a:buClr>
              <a:buFontTx/>
              <a:defRPr sz="2800">
                <a:solidFill>
                  <a:srgbClr val="009999"/>
                </a:solidFill>
                <a:latin typeface="+mn-lt"/>
                <a:ea typeface="+mn-ea"/>
                <a:cs typeface="+mn-cs"/>
                <a:sym typeface="Arial"/>
              </a:defRPr>
            </a:lvl1pPr>
            <a:lvl2pPr marL="790575" indent="-333375">
              <a:spcBef>
                <a:spcPts val="600"/>
              </a:spcBef>
              <a:buClr>
                <a:srgbClr val="009999"/>
              </a:buClr>
              <a:buFontTx/>
              <a:defRPr sz="2800">
                <a:solidFill>
                  <a:srgbClr val="009999"/>
                </a:solidFill>
                <a:latin typeface="+mn-lt"/>
                <a:ea typeface="+mn-ea"/>
                <a:cs typeface="+mn-cs"/>
                <a:sym typeface="Arial"/>
              </a:defRPr>
            </a:lvl2pPr>
            <a:lvl3pPr marL="1234438" indent="-320038">
              <a:spcBef>
                <a:spcPts val="600"/>
              </a:spcBef>
              <a:buClr>
                <a:srgbClr val="009999"/>
              </a:buClr>
              <a:buFontTx/>
              <a:defRPr sz="2800">
                <a:solidFill>
                  <a:srgbClr val="009999"/>
                </a:solidFill>
                <a:latin typeface="+mn-lt"/>
                <a:ea typeface="+mn-ea"/>
                <a:cs typeface="+mn-cs"/>
                <a:sym typeface="Arial"/>
              </a:defRPr>
            </a:lvl3pPr>
            <a:lvl4pPr marL="1727200" indent="-355600">
              <a:spcBef>
                <a:spcPts val="600"/>
              </a:spcBef>
              <a:buClr>
                <a:srgbClr val="009999"/>
              </a:buClr>
              <a:buFontTx/>
              <a:defRPr sz="2800">
                <a:solidFill>
                  <a:srgbClr val="009999"/>
                </a:solidFill>
                <a:latin typeface="+mn-lt"/>
                <a:ea typeface="+mn-ea"/>
                <a:cs typeface="+mn-cs"/>
                <a:sym typeface="Arial"/>
              </a:defRPr>
            </a:lvl4pPr>
            <a:lvl5pPr marL="2184400" indent="-355600">
              <a:spcBef>
                <a:spcPts val="600"/>
              </a:spcBef>
              <a:buClr>
                <a:srgbClr val="009999"/>
              </a:buClr>
              <a:buFontTx/>
              <a:defRPr sz="2800">
                <a:solidFill>
                  <a:srgbClr val="009999"/>
                </a:solidFill>
                <a:latin typeface="+mn-lt"/>
                <a:ea typeface="+mn-ea"/>
                <a:cs typeface="+mn-cs"/>
                <a:sym typeface="Arial"/>
              </a:defRPr>
            </a:lvl5pPr>
          </a:lstStyle>
          <a:p>
            <a:r>
              <a:t>Body Level One</a:t>
            </a:r>
          </a:p>
          <a:p>
            <a:pPr lvl="1"/>
            <a:r>
              <a:t>Body Level Two</a:t>
            </a:r>
          </a:p>
          <a:p>
            <a:pPr lvl="2"/>
            <a:r>
              <a:t>Body Level Three</a:t>
            </a:r>
          </a:p>
          <a:p>
            <a:pPr lvl="3"/>
            <a:r>
              <a:t>Body Level Four</a:t>
            </a:r>
          </a:p>
          <a:p>
            <a:pPr lvl="4"/>
            <a:r>
              <a:t>Body Level Five</a:t>
            </a:r>
          </a:p>
        </p:txBody>
      </p:sp>
      <p:sp>
        <p:nvSpPr>
          <p:cNvPr id="47" name="Slide Number"/>
          <p:cNvSpPr>
            <a:spLocks noGrp="1"/>
          </p:cNvSpPr>
          <p:nvPr>
            <p:ph type="sldNum" sz="quarter" idx="2"/>
          </p:nvPr>
        </p:nvSpPr>
        <p:spPr>
          <a:xfrm>
            <a:off x="4283971" y="6453335"/>
            <a:ext cx="301907" cy="288823"/>
          </a:xfrm>
          <a:prstGeom prst="rect">
            <a:avLst/>
          </a:prstGeom>
        </p:spPr>
        <p:txBody>
          <a:bodyPr lIns="45718" tIns="45718" rIns="45718" bIns="45718" anchor="t"/>
          <a:lstStyle>
            <a:lvl1pPr>
              <a:defRPr sz="1400">
                <a:solidFill>
                  <a:srgbClr val="000000"/>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pic>
        <p:nvPicPr>
          <p:cNvPr id="54" name="Picture 11" descr="Picture 11"/>
          <p:cNvPicPr>
            <a:picLocks noChangeAspect="1"/>
          </p:cNvPicPr>
          <p:nvPr/>
        </p:nvPicPr>
        <p:blipFill>
          <a:blip r:embed="rId2">
            <a:extLst/>
          </a:blip>
          <a:stretch>
            <a:fillRect/>
          </a:stretch>
        </p:blipFill>
        <p:spPr>
          <a:xfrm>
            <a:off x="7010400" y="266700"/>
            <a:ext cx="1981200" cy="1117600"/>
          </a:xfrm>
          <a:prstGeom prst="rect">
            <a:avLst/>
          </a:prstGeom>
          <a:ln w="12700">
            <a:miter lim="400000"/>
          </a:ln>
        </p:spPr>
      </p:pic>
      <p:pic>
        <p:nvPicPr>
          <p:cNvPr id="55" name="16746649-FA14-446D-9E95-6B99C24A0DED-L0-001.png" descr="16746649-FA14-446D-9E95-6B99C24A0DED-L0-001.png"/>
          <p:cNvPicPr>
            <a:picLocks noChangeAspect="1"/>
          </p:cNvPicPr>
          <p:nvPr/>
        </p:nvPicPr>
        <p:blipFill>
          <a:blip r:embed="rId3">
            <a:extLst/>
          </a:blip>
          <a:stretch>
            <a:fillRect/>
          </a:stretch>
        </p:blipFill>
        <p:spPr>
          <a:xfrm>
            <a:off x="7285980" y="6021287"/>
            <a:ext cx="1705620" cy="641315"/>
          </a:xfrm>
          <a:prstGeom prst="rect">
            <a:avLst/>
          </a:prstGeom>
          <a:ln w="12700">
            <a:miter lim="400000"/>
          </a:ln>
        </p:spPr>
      </p:pic>
      <p:sp>
        <p:nvSpPr>
          <p:cNvPr id="56" name="Title Text"/>
          <p:cNvSpPr>
            <a:spLocks noGrp="1"/>
          </p:cNvSpPr>
          <p:nvPr>
            <p:ph type="title"/>
          </p:nvPr>
        </p:nvSpPr>
        <p:spPr>
          <a:xfrm>
            <a:off x="457200" y="274638"/>
            <a:ext cx="8229600" cy="1143001"/>
          </a:xfrm>
          <a:prstGeom prst="rect">
            <a:avLst/>
          </a:prstGeom>
        </p:spPr>
        <p:txBody>
          <a:bodyPr lIns="45718" tIns="45718" rIns="45718" bIns="45718"/>
          <a:lstStyle>
            <a:lvl1pPr>
              <a:defRPr sz="3200">
                <a:solidFill>
                  <a:srgbClr val="009999"/>
                </a:solidFill>
                <a:latin typeface="+mn-lt"/>
                <a:ea typeface="+mn-ea"/>
                <a:cs typeface="+mn-cs"/>
                <a:sym typeface="Arial"/>
              </a:defRPr>
            </a:lvl1pPr>
          </a:lstStyle>
          <a:p>
            <a:r>
              <a:t>Title Text</a:t>
            </a:r>
          </a:p>
        </p:txBody>
      </p:sp>
      <p:sp>
        <p:nvSpPr>
          <p:cNvPr id="57" name="Body Level One…"/>
          <p:cNvSpPr>
            <a:spLocks noGrp="1"/>
          </p:cNvSpPr>
          <p:nvPr>
            <p:ph type="body" sz="quarter" idx="1"/>
          </p:nvPr>
        </p:nvSpPr>
        <p:spPr>
          <a:xfrm>
            <a:off x="457200" y="1535112"/>
            <a:ext cx="4040188" cy="639763"/>
          </a:xfrm>
          <a:prstGeom prst="rect">
            <a:avLst/>
          </a:prstGeom>
        </p:spPr>
        <p:txBody>
          <a:bodyPr lIns="45718" tIns="45718" rIns="45718" bIns="45718" anchor="b"/>
          <a:lstStyle>
            <a:lvl1pPr marL="0" indent="0">
              <a:spcBef>
                <a:spcPts val="500"/>
              </a:spcBef>
              <a:buSzTx/>
              <a:buFontTx/>
              <a:buNone/>
              <a:defRPr sz="2400" b="1">
                <a:solidFill>
                  <a:srgbClr val="009999"/>
                </a:solidFill>
                <a:latin typeface="+mn-lt"/>
                <a:ea typeface="+mn-ea"/>
                <a:cs typeface="+mn-cs"/>
                <a:sym typeface="Arial"/>
              </a:defRPr>
            </a:lvl1pPr>
            <a:lvl2pPr marL="0" indent="0">
              <a:spcBef>
                <a:spcPts val="500"/>
              </a:spcBef>
              <a:buSzTx/>
              <a:buFontTx/>
              <a:buNone/>
              <a:defRPr sz="2400" b="1">
                <a:solidFill>
                  <a:srgbClr val="009999"/>
                </a:solidFill>
                <a:latin typeface="+mn-lt"/>
                <a:ea typeface="+mn-ea"/>
                <a:cs typeface="+mn-cs"/>
                <a:sym typeface="Arial"/>
              </a:defRPr>
            </a:lvl2pPr>
            <a:lvl3pPr marL="0" indent="0">
              <a:spcBef>
                <a:spcPts val="500"/>
              </a:spcBef>
              <a:buSzTx/>
              <a:buFontTx/>
              <a:buNone/>
              <a:defRPr sz="2400" b="1">
                <a:solidFill>
                  <a:srgbClr val="009999"/>
                </a:solidFill>
                <a:latin typeface="+mn-lt"/>
                <a:ea typeface="+mn-ea"/>
                <a:cs typeface="+mn-cs"/>
                <a:sym typeface="Arial"/>
              </a:defRPr>
            </a:lvl3pPr>
            <a:lvl4pPr marL="0" indent="0">
              <a:spcBef>
                <a:spcPts val="500"/>
              </a:spcBef>
              <a:buSzTx/>
              <a:buFontTx/>
              <a:buNone/>
              <a:defRPr sz="2400" b="1">
                <a:solidFill>
                  <a:srgbClr val="009999"/>
                </a:solidFill>
                <a:latin typeface="+mn-lt"/>
                <a:ea typeface="+mn-ea"/>
                <a:cs typeface="+mn-cs"/>
                <a:sym typeface="Arial"/>
              </a:defRPr>
            </a:lvl4pPr>
            <a:lvl5pPr marL="0" indent="0">
              <a:spcBef>
                <a:spcPts val="500"/>
              </a:spcBef>
              <a:buSzTx/>
              <a:buFontTx/>
              <a:buNone/>
              <a:defRPr sz="2400" b="1">
                <a:solidFill>
                  <a:srgbClr val="009999"/>
                </a:solidFill>
                <a:latin typeface="+mn-lt"/>
                <a:ea typeface="+mn-ea"/>
                <a:cs typeface="+mn-cs"/>
                <a:sym typeface="Arial"/>
              </a:defRPr>
            </a:lvl5pPr>
          </a:lstStyle>
          <a:p>
            <a:r>
              <a:t>Body Level One</a:t>
            </a:r>
          </a:p>
          <a:p>
            <a:pPr lvl="1"/>
            <a:r>
              <a:t>Body Level Two</a:t>
            </a:r>
          </a:p>
          <a:p>
            <a:pPr lvl="2"/>
            <a:r>
              <a:t>Body Level Three</a:t>
            </a:r>
          </a:p>
          <a:p>
            <a:pPr lvl="3"/>
            <a:r>
              <a:t>Body Level Four</a:t>
            </a:r>
          </a:p>
          <a:p>
            <a:pPr lvl="4"/>
            <a:r>
              <a:t>Body Level Five</a:t>
            </a:r>
          </a:p>
        </p:txBody>
      </p:sp>
      <p:sp>
        <p:nvSpPr>
          <p:cNvPr id="58" name="Text Placeholder 4"/>
          <p:cNvSpPr>
            <a:spLocks noGrp="1"/>
          </p:cNvSpPr>
          <p:nvPr>
            <p:ph type="body" sz="quarter" idx="13"/>
          </p:nvPr>
        </p:nvSpPr>
        <p:spPr>
          <a:xfrm>
            <a:off x="4645025" y="1535112"/>
            <a:ext cx="4041775" cy="639764"/>
          </a:xfrm>
          <a:prstGeom prst="rect">
            <a:avLst/>
          </a:prstGeom>
        </p:spPr>
        <p:txBody>
          <a:bodyPr lIns="45718" tIns="45718" rIns="45718" bIns="45718" anchor="b"/>
          <a:lstStyle/>
          <a:p>
            <a:pPr>
              <a:spcBef>
                <a:spcPts val="500"/>
              </a:spcBef>
              <a:buClr>
                <a:srgbClr val="009999"/>
              </a:buClr>
              <a:buFontTx/>
              <a:defRPr sz="2400">
                <a:solidFill>
                  <a:srgbClr val="009999"/>
                </a:solidFill>
                <a:latin typeface="+mn-lt"/>
                <a:ea typeface="+mn-ea"/>
                <a:cs typeface="+mn-cs"/>
                <a:sym typeface="Arial"/>
              </a:defRPr>
            </a:pPr>
            <a:endParaRPr/>
          </a:p>
        </p:txBody>
      </p:sp>
      <p:sp>
        <p:nvSpPr>
          <p:cNvPr id="59" name="Slide Number"/>
          <p:cNvSpPr>
            <a:spLocks noGrp="1"/>
          </p:cNvSpPr>
          <p:nvPr>
            <p:ph type="sldNum" sz="quarter" idx="2"/>
          </p:nvPr>
        </p:nvSpPr>
        <p:spPr>
          <a:xfrm>
            <a:off x="4283971" y="6453335"/>
            <a:ext cx="301907" cy="288823"/>
          </a:xfrm>
          <a:prstGeom prst="rect">
            <a:avLst/>
          </a:prstGeom>
        </p:spPr>
        <p:txBody>
          <a:bodyPr lIns="45718" tIns="45718" rIns="45718" bIns="45718" anchor="t"/>
          <a:lstStyle>
            <a:lvl1pPr>
              <a:defRPr sz="1400">
                <a:solidFill>
                  <a:srgbClr val="000000"/>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pic>
        <p:nvPicPr>
          <p:cNvPr id="66" name="Picture 11" descr="Picture 11"/>
          <p:cNvPicPr>
            <a:picLocks noChangeAspect="1"/>
          </p:cNvPicPr>
          <p:nvPr/>
        </p:nvPicPr>
        <p:blipFill>
          <a:blip r:embed="rId2">
            <a:extLst/>
          </a:blip>
          <a:stretch>
            <a:fillRect/>
          </a:stretch>
        </p:blipFill>
        <p:spPr>
          <a:xfrm>
            <a:off x="7010400" y="266700"/>
            <a:ext cx="1981200" cy="1117600"/>
          </a:xfrm>
          <a:prstGeom prst="rect">
            <a:avLst/>
          </a:prstGeom>
          <a:ln w="12700">
            <a:miter lim="400000"/>
          </a:ln>
        </p:spPr>
      </p:pic>
      <p:pic>
        <p:nvPicPr>
          <p:cNvPr id="67" name="16746649-FA14-446D-9E95-6B99C24A0DED-L0-001.png" descr="16746649-FA14-446D-9E95-6B99C24A0DED-L0-001.png"/>
          <p:cNvPicPr>
            <a:picLocks noChangeAspect="1"/>
          </p:cNvPicPr>
          <p:nvPr/>
        </p:nvPicPr>
        <p:blipFill>
          <a:blip r:embed="rId3">
            <a:extLst/>
          </a:blip>
          <a:stretch>
            <a:fillRect/>
          </a:stretch>
        </p:blipFill>
        <p:spPr>
          <a:xfrm>
            <a:off x="7285980" y="6021287"/>
            <a:ext cx="1705620" cy="641315"/>
          </a:xfrm>
          <a:prstGeom prst="rect">
            <a:avLst/>
          </a:prstGeom>
          <a:ln w="12700">
            <a:miter lim="400000"/>
          </a:ln>
        </p:spPr>
      </p:pic>
      <p:sp>
        <p:nvSpPr>
          <p:cNvPr id="68" name="Title Text"/>
          <p:cNvSpPr>
            <a:spLocks noGrp="1"/>
          </p:cNvSpPr>
          <p:nvPr>
            <p:ph type="title"/>
          </p:nvPr>
        </p:nvSpPr>
        <p:spPr>
          <a:xfrm>
            <a:off x="914400" y="381000"/>
            <a:ext cx="6324600" cy="609600"/>
          </a:xfrm>
          <a:prstGeom prst="rect">
            <a:avLst/>
          </a:prstGeom>
        </p:spPr>
        <p:txBody>
          <a:bodyPr lIns="45718" tIns="45718" rIns="45718" bIns="45718"/>
          <a:lstStyle>
            <a:lvl1pPr>
              <a:defRPr sz="3200">
                <a:solidFill>
                  <a:srgbClr val="009999"/>
                </a:solidFill>
                <a:latin typeface="+mn-lt"/>
                <a:ea typeface="+mn-ea"/>
                <a:cs typeface="+mn-cs"/>
                <a:sym typeface="Arial"/>
              </a:defRPr>
            </a:lvl1pPr>
          </a:lstStyle>
          <a:p>
            <a:r>
              <a:t>Title Text</a:t>
            </a:r>
          </a:p>
        </p:txBody>
      </p:sp>
      <p:sp>
        <p:nvSpPr>
          <p:cNvPr id="69" name="Slide Number"/>
          <p:cNvSpPr>
            <a:spLocks noGrp="1"/>
          </p:cNvSpPr>
          <p:nvPr>
            <p:ph type="sldNum" sz="quarter" idx="2"/>
          </p:nvPr>
        </p:nvSpPr>
        <p:spPr>
          <a:xfrm>
            <a:off x="4283971" y="6453335"/>
            <a:ext cx="301907" cy="288823"/>
          </a:xfrm>
          <a:prstGeom prst="rect">
            <a:avLst/>
          </a:prstGeom>
        </p:spPr>
        <p:txBody>
          <a:bodyPr lIns="45718" tIns="45718" rIns="45718" bIns="45718" anchor="t"/>
          <a:lstStyle>
            <a:lvl1pPr>
              <a:defRPr sz="1400">
                <a:solidFill>
                  <a:srgbClr val="000000"/>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pic>
        <p:nvPicPr>
          <p:cNvPr id="76" name="Picture 11" descr="Picture 11"/>
          <p:cNvPicPr>
            <a:picLocks noChangeAspect="1"/>
          </p:cNvPicPr>
          <p:nvPr/>
        </p:nvPicPr>
        <p:blipFill>
          <a:blip r:embed="rId2">
            <a:extLst/>
          </a:blip>
          <a:stretch>
            <a:fillRect/>
          </a:stretch>
        </p:blipFill>
        <p:spPr>
          <a:xfrm>
            <a:off x="7010400" y="266700"/>
            <a:ext cx="1981200" cy="1117600"/>
          </a:xfrm>
          <a:prstGeom prst="rect">
            <a:avLst/>
          </a:prstGeom>
          <a:ln w="12700">
            <a:miter lim="400000"/>
          </a:ln>
        </p:spPr>
      </p:pic>
      <p:pic>
        <p:nvPicPr>
          <p:cNvPr id="77" name="16746649-FA14-446D-9E95-6B99C24A0DED-L0-001.png" descr="16746649-FA14-446D-9E95-6B99C24A0DED-L0-001.png"/>
          <p:cNvPicPr>
            <a:picLocks noChangeAspect="1"/>
          </p:cNvPicPr>
          <p:nvPr/>
        </p:nvPicPr>
        <p:blipFill>
          <a:blip r:embed="rId3">
            <a:extLst/>
          </a:blip>
          <a:stretch>
            <a:fillRect/>
          </a:stretch>
        </p:blipFill>
        <p:spPr>
          <a:xfrm>
            <a:off x="7285980" y="6021287"/>
            <a:ext cx="1705620" cy="641315"/>
          </a:xfrm>
          <a:prstGeom prst="rect">
            <a:avLst/>
          </a:prstGeom>
          <a:ln w="12700">
            <a:miter lim="400000"/>
          </a:ln>
        </p:spPr>
      </p:pic>
      <p:sp>
        <p:nvSpPr>
          <p:cNvPr id="78" name="Slide Number"/>
          <p:cNvSpPr>
            <a:spLocks noGrp="1"/>
          </p:cNvSpPr>
          <p:nvPr>
            <p:ph type="sldNum" sz="quarter" idx="2"/>
          </p:nvPr>
        </p:nvSpPr>
        <p:spPr>
          <a:xfrm>
            <a:off x="4283971" y="6453335"/>
            <a:ext cx="301907" cy="288823"/>
          </a:xfrm>
          <a:prstGeom prst="rect">
            <a:avLst/>
          </a:prstGeom>
        </p:spPr>
        <p:txBody>
          <a:bodyPr lIns="45718" tIns="45718" rIns="45718" bIns="45718" anchor="t"/>
          <a:lstStyle>
            <a:lvl1pPr>
              <a:defRPr sz="1400">
                <a:solidFill>
                  <a:srgbClr val="000000"/>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pic>
        <p:nvPicPr>
          <p:cNvPr id="85" name="Picture 11" descr="Picture 11"/>
          <p:cNvPicPr>
            <a:picLocks noChangeAspect="1"/>
          </p:cNvPicPr>
          <p:nvPr/>
        </p:nvPicPr>
        <p:blipFill>
          <a:blip r:embed="rId2">
            <a:extLst/>
          </a:blip>
          <a:stretch>
            <a:fillRect/>
          </a:stretch>
        </p:blipFill>
        <p:spPr>
          <a:xfrm>
            <a:off x="7010400" y="266700"/>
            <a:ext cx="1981200" cy="1117600"/>
          </a:xfrm>
          <a:prstGeom prst="rect">
            <a:avLst/>
          </a:prstGeom>
          <a:ln w="12700">
            <a:miter lim="400000"/>
          </a:ln>
        </p:spPr>
      </p:pic>
      <p:pic>
        <p:nvPicPr>
          <p:cNvPr id="86" name="16746649-FA14-446D-9E95-6B99C24A0DED-L0-001.png" descr="16746649-FA14-446D-9E95-6B99C24A0DED-L0-001.png"/>
          <p:cNvPicPr>
            <a:picLocks noChangeAspect="1"/>
          </p:cNvPicPr>
          <p:nvPr/>
        </p:nvPicPr>
        <p:blipFill>
          <a:blip r:embed="rId3">
            <a:extLst/>
          </a:blip>
          <a:stretch>
            <a:fillRect/>
          </a:stretch>
        </p:blipFill>
        <p:spPr>
          <a:xfrm>
            <a:off x="7285980" y="6021287"/>
            <a:ext cx="1705620" cy="641315"/>
          </a:xfrm>
          <a:prstGeom prst="rect">
            <a:avLst/>
          </a:prstGeom>
          <a:ln w="12700">
            <a:miter lim="400000"/>
          </a:ln>
        </p:spPr>
      </p:pic>
      <p:sp>
        <p:nvSpPr>
          <p:cNvPr id="87" name="Title Text"/>
          <p:cNvSpPr>
            <a:spLocks noGrp="1"/>
          </p:cNvSpPr>
          <p:nvPr>
            <p:ph type="title"/>
          </p:nvPr>
        </p:nvSpPr>
        <p:spPr>
          <a:xfrm>
            <a:off x="457200" y="273050"/>
            <a:ext cx="3008315" cy="1162050"/>
          </a:xfrm>
          <a:prstGeom prst="rect">
            <a:avLst/>
          </a:prstGeom>
        </p:spPr>
        <p:txBody>
          <a:bodyPr lIns="45718" tIns="45718" rIns="45718" bIns="45718" anchor="b"/>
          <a:lstStyle>
            <a:lvl1pPr algn="l">
              <a:defRPr sz="2000" b="1">
                <a:solidFill>
                  <a:srgbClr val="009999"/>
                </a:solidFill>
                <a:latin typeface="+mn-lt"/>
                <a:ea typeface="+mn-ea"/>
                <a:cs typeface="+mn-cs"/>
                <a:sym typeface="Arial"/>
              </a:defRPr>
            </a:lvl1pPr>
          </a:lstStyle>
          <a:p>
            <a:r>
              <a:t>Title Text</a:t>
            </a:r>
          </a:p>
        </p:txBody>
      </p:sp>
      <p:sp>
        <p:nvSpPr>
          <p:cNvPr id="88" name="Body Level One…"/>
          <p:cNvSpPr>
            <a:spLocks noGrp="1"/>
          </p:cNvSpPr>
          <p:nvPr>
            <p:ph type="body" idx="1"/>
          </p:nvPr>
        </p:nvSpPr>
        <p:spPr>
          <a:xfrm>
            <a:off x="3575050" y="273050"/>
            <a:ext cx="5111750" cy="5853113"/>
          </a:xfrm>
          <a:prstGeom prst="rect">
            <a:avLst/>
          </a:prstGeom>
        </p:spPr>
        <p:txBody>
          <a:bodyPr lIns="45718" tIns="45718" rIns="45718" bIns="45718"/>
          <a:lstStyle>
            <a:lvl1pPr>
              <a:buClr>
                <a:srgbClr val="009999"/>
              </a:buClr>
              <a:buFontTx/>
              <a:defRPr>
                <a:solidFill>
                  <a:srgbClr val="009999"/>
                </a:solidFill>
                <a:latin typeface="+mn-lt"/>
                <a:ea typeface="+mn-ea"/>
                <a:cs typeface="+mn-cs"/>
                <a:sym typeface="Arial"/>
              </a:defRPr>
            </a:lvl1pPr>
            <a:lvl2pPr marL="783771" indent="-326571">
              <a:buClr>
                <a:srgbClr val="009999"/>
              </a:buClr>
              <a:buFontTx/>
              <a:defRPr>
                <a:solidFill>
                  <a:srgbClr val="009999"/>
                </a:solidFill>
                <a:latin typeface="+mn-lt"/>
                <a:ea typeface="+mn-ea"/>
                <a:cs typeface="+mn-cs"/>
                <a:sym typeface="Arial"/>
              </a:defRPr>
            </a:lvl2pPr>
            <a:lvl3pPr>
              <a:buClr>
                <a:srgbClr val="009999"/>
              </a:buClr>
              <a:buFontTx/>
              <a:defRPr>
                <a:solidFill>
                  <a:srgbClr val="009999"/>
                </a:solidFill>
                <a:latin typeface="+mn-lt"/>
                <a:ea typeface="+mn-ea"/>
                <a:cs typeface="+mn-cs"/>
                <a:sym typeface="Arial"/>
              </a:defRPr>
            </a:lvl3pPr>
            <a:lvl4pPr>
              <a:buClr>
                <a:srgbClr val="009999"/>
              </a:buClr>
              <a:buFontTx/>
              <a:defRPr>
                <a:solidFill>
                  <a:srgbClr val="009999"/>
                </a:solidFill>
                <a:latin typeface="+mn-lt"/>
                <a:ea typeface="+mn-ea"/>
                <a:cs typeface="+mn-cs"/>
                <a:sym typeface="Arial"/>
              </a:defRPr>
            </a:lvl4pPr>
            <a:lvl5pPr>
              <a:buClr>
                <a:srgbClr val="009999"/>
              </a:buClr>
              <a:buFontTx/>
              <a:defRPr>
                <a:solidFill>
                  <a:srgbClr val="009999"/>
                </a:solidFill>
                <a:latin typeface="+mn-lt"/>
                <a:ea typeface="+mn-ea"/>
                <a:cs typeface="+mn-cs"/>
                <a:sym typeface="Arial"/>
              </a:defRPr>
            </a:lvl5pPr>
          </a:lstStyle>
          <a:p>
            <a:r>
              <a:t>Body Level One</a:t>
            </a:r>
          </a:p>
          <a:p>
            <a:pPr lvl="1"/>
            <a:r>
              <a:t>Body Level Two</a:t>
            </a:r>
          </a:p>
          <a:p>
            <a:pPr lvl="2"/>
            <a:r>
              <a:t>Body Level Three</a:t>
            </a:r>
          </a:p>
          <a:p>
            <a:pPr lvl="3"/>
            <a:r>
              <a:t>Body Level Four</a:t>
            </a:r>
          </a:p>
          <a:p>
            <a:pPr lvl="4"/>
            <a:r>
              <a:t>Body Level Five</a:t>
            </a:r>
          </a:p>
        </p:txBody>
      </p:sp>
      <p:sp>
        <p:nvSpPr>
          <p:cNvPr id="89" name="Text Placeholder 3"/>
          <p:cNvSpPr>
            <a:spLocks noGrp="1"/>
          </p:cNvSpPr>
          <p:nvPr>
            <p:ph type="body" sz="half" idx="13"/>
          </p:nvPr>
        </p:nvSpPr>
        <p:spPr>
          <a:xfrm>
            <a:off x="457198" y="1435100"/>
            <a:ext cx="3008317" cy="4691063"/>
          </a:xfrm>
          <a:prstGeom prst="rect">
            <a:avLst/>
          </a:prstGeom>
        </p:spPr>
        <p:txBody>
          <a:bodyPr lIns="45718" tIns="45718" rIns="45718" bIns="45718"/>
          <a:lstStyle/>
          <a:p>
            <a:pPr>
              <a:spcBef>
                <a:spcPts val="500"/>
              </a:spcBef>
              <a:buClr>
                <a:srgbClr val="009999"/>
              </a:buClr>
              <a:buFontTx/>
              <a:defRPr sz="2400">
                <a:solidFill>
                  <a:srgbClr val="009999"/>
                </a:solidFill>
                <a:latin typeface="+mn-lt"/>
                <a:ea typeface="+mn-ea"/>
                <a:cs typeface="+mn-cs"/>
                <a:sym typeface="Arial"/>
              </a:defRPr>
            </a:pPr>
            <a:endParaRPr/>
          </a:p>
        </p:txBody>
      </p:sp>
      <p:sp>
        <p:nvSpPr>
          <p:cNvPr id="90" name="Slide Number"/>
          <p:cNvSpPr>
            <a:spLocks noGrp="1"/>
          </p:cNvSpPr>
          <p:nvPr>
            <p:ph type="sldNum" sz="quarter" idx="2"/>
          </p:nvPr>
        </p:nvSpPr>
        <p:spPr>
          <a:xfrm>
            <a:off x="4283971" y="6453335"/>
            <a:ext cx="301907" cy="288823"/>
          </a:xfrm>
          <a:prstGeom prst="rect">
            <a:avLst/>
          </a:prstGeom>
        </p:spPr>
        <p:txBody>
          <a:bodyPr lIns="45718" tIns="45718" rIns="45718" bIns="45718" anchor="t"/>
          <a:lstStyle>
            <a:lvl1pPr>
              <a:defRPr sz="1400">
                <a:solidFill>
                  <a:srgbClr val="000000"/>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pic>
        <p:nvPicPr>
          <p:cNvPr id="97" name="Picture 11" descr="Picture 11"/>
          <p:cNvPicPr>
            <a:picLocks noChangeAspect="1"/>
          </p:cNvPicPr>
          <p:nvPr/>
        </p:nvPicPr>
        <p:blipFill>
          <a:blip r:embed="rId2">
            <a:extLst/>
          </a:blip>
          <a:stretch>
            <a:fillRect/>
          </a:stretch>
        </p:blipFill>
        <p:spPr>
          <a:xfrm>
            <a:off x="7010400" y="266700"/>
            <a:ext cx="1981200" cy="1117600"/>
          </a:xfrm>
          <a:prstGeom prst="rect">
            <a:avLst/>
          </a:prstGeom>
          <a:ln w="12700">
            <a:miter lim="400000"/>
          </a:ln>
        </p:spPr>
      </p:pic>
      <p:pic>
        <p:nvPicPr>
          <p:cNvPr id="98" name="16746649-FA14-446D-9E95-6B99C24A0DED-L0-001.png" descr="16746649-FA14-446D-9E95-6B99C24A0DED-L0-001.png"/>
          <p:cNvPicPr>
            <a:picLocks noChangeAspect="1"/>
          </p:cNvPicPr>
          <p:nvPr/>
        </p:nvPicPr>
        <p:blipFill>
          <a:blip r:embed="rId3">
            <a:extLst/>
          </a:blip>
          <a:stretch>
            <a:fillRect/>
          </a:stretch>
        </p:blipFill>
        <p:spPr>
          <a:xfrm>
            <a:off x="7285980" y="6021287"/>
            <a:ext cx="1705620" cy="641315"/>
          </a:xfrm>
          <a:prstGeom prst="rect">
            <a:avLst/>
          </a:prstGeom>
          <a:ln w="12700">
            <a:miter lim="400000"/>
          </a:ln>
        </p:spPr>
      </p:pic>
      <p:sp>
        <p:nvSpPr>
          <p:cNvPr id="99" name="Title Text"/>
          <p:cNvSpPr>
            <a:spLocks noGrp="1"/>
          </p:cNvSpPr>
          <p:nvPr>
            <p:ph type="title"/>
          </p:nvPr>
        </p:nvSpPr>
        <p:spPr>
          <a:xfrm>
            <a:off x="1792288" y="4800600"/>
            <a:ext cx="5486402" cy="566738"/>
          </a:xfrm>
          <a:prstGeom prst="rect">
            <a:avLst/>
          </a:prstGeom>
        </p:spPr>
        <p:txBody>
          <a:bodyPr lIns="45718" tIns="45718" rIns="45718" bIns="45718" anchor="b"/>
          <a:lstStyle>
            <a:lvl1pPr algn="l">
              <a:defRPr sz="2000" b="1">
                <a:solidFill>
                  <a:srgbClr val="009999"/>
                </a:solidFill>
                <a:latin typeface="+mn-lt"/>
                <a:ea typeface="+mn-ea"/>
                <a:cs typeface="+mn-cs"/>
                <a:sym typeface="Arial"/>
              </a:defRPr>
            </a:lvl1pPr>
          </a:lstStyle>
          <a:p>
            <a:r>
              <a:t>Title Text</a:t>
            </a:r>
          </a:p>
        </p:txBody>
      </p:sp>
      <p:sp>
        <p:nvSpPr>
          <p:cNvPr id="100" name="Picture Placeholder 2"/>
          <p:cNvSpPr>
            <a:spLocks noGrp="1"/>
          </p:cNvSpPr>
          <p:nvPr>
            <p:ph type="pic" sz="half" idx="13"/>
          </p:nvPr>
        </p:nvSpPr>
        <p:spPr>
          <a:xfrm>
            <a:off x="1792288" y="612775"/>
            <a:ext cx="5486402" cy="4114800"/>
          </a:xfrm>
          <a:prstGeom prst="rect">
            <a:avLst/>
          </a:prstGeom>
        </p:spPr>
        <p:txBody>
          <a:bodyPr lIns="91439" rIns="91439">
            <a:noAutofit/>
          </a:bodyPr>
          <a:lstStyle/>
          <a:p>
            <a:endParaRPr/>
          </a:p>
        </p:txBody>
      </p:sp>
      <p:sp>
        <p:nvSpPr>
          <p:cNvPr id="101" name="Body Level One…"/>
          <p:cNvSpPr>
            <a:spLocks noGrp="1"/>
          </p:cNvSpPr>
          <p:nvPr>
            <p:ph type="body" sz="quarter" idx="1"/>
          </p:nvPr>
        </p:nvSpPr>
        <p:spPr>
          <a:xfrm>
            <a:off x="1792288" y="5367337"/>
            <a:ext cx="5486402" cy="804864"/>
          </a:xfrm>
          <a:prstGeom prst="rect">
            <a:avLst/>
          </a:prstGeom>
        </p:spPr>
        <p:txBody>
          <a:bodyPr lIns="45718" tIns="45718" rIns="45718" bIns="45718"/>
          <a:lstStyle>
            <a:lvl1pPr marL="0" indent="0">
              <a:spcBef>
                <a:spcPts val="300"/>
              </a:spcBef>
              <a:buSzTx/>
              <a:buFontTx/>
              <a:buNone/>
              <a:defRPr sz="1400">
                <a:solidFill>
                  <a:srgbClr val="009999"/>
                </a:solidFill>
                <a:latin typeface="+mn-lt"/>
                <a:ea typeface="+mn-ea"/>
                <a:cs typeface="+mn-cs"/>
                <a:sym typeface="Arial"/>
              </a:defRPr>
            </a:lvl1pPr>
            <a:lvl2pPr marL="0" indent="0">
              <a:spcBef>
                <a:spcPts val="300"/>
              </a:spcBef>
              <a:buSzTx/>
              <a:buFontTx/>
              <a:buNone/>
              <a:defRPr sz="1400">
                <a:solidFill>
                  <a:srgbClr val="009999"/>
                </a:solidFill>
                <a:latin typeface="+mn-lt"/>
                <a:ea typeface="+mn-ea"/>
                <a:cs typeface="+mn-cs"/>
                <a:sym typeface="Arial"/>
              </a:defRPr>
            </a:lvl2pPr>
            <a:lvl3pPr marL="0" indent="0">
              <a:spcBef>
                <a:spcPts val="300"/>
              </a:spcBef>
              <a:buSzTx/>
              <a:buFontTx/>
              <a:buNone/>
              <a:defRPr sz="1400">
                <a:solidFill>
                  <a:srgbClr val="009999"/>
                </a:solidFill>
                <a:latin typeface="+mn-lt"/>
                <a:ea typeface="+mn-ea"/>
                <a:cs typeface="+mn-cs"/>
                <a:sym typeface="Arial"/>
              </a:defRPr>
            </a:lvl3pPr>
            <a:lvl4pPr marL="0" indent="0">
              <a:spcBef>
                <a:spcPts val="300"/>
              </a:spcBef>
              <a:buSzTx/>
              <a:buFontTx/>
              <a:buNone/>
              <a:defRPr sz="1400">
                <a:solidFill>
                  <a:srgbClr val="009999"/>
                </a:solidFill>
                <a:latin typeface="+mn-lt"/>
                <a:ea typeface="+mn-ea"/>
                <a:cs typeface="+mn-cs"/>
                <a:sym typeface="Arial"/>
              </a:defRPr>
            </a:lvl4pPr>
            <a:lvl5pPr marL="0" indent="0">
              <a:spcBef>
                <a:spcPts val="300"/>
              </a:spcBef>
              <a:buSzTx/>
              <a:buFontTx/>
              <a:buNone/>
              <a:defRPr sz="1400">
                <a:solidFill>
                  <a:srgbClr val="009999"/>
                </a:solidFill>
                <a:latin typeface="+mn-lt"/>
                <a:ea typeface="+mn-ea"/>
                <a:cs typeface="+mn-cs"/>
                <a:sym typeface="Arial"/>
              </a:defRPr>
            </a:lvl5pPr>
          </a:lstStyle>
          <a:p>
            <a:r>
              <a:t>Body Level One</a:t>
            </a:r>
          </a:p>
          <a:p>
            <a:pPr lvl="1"/>
            <a:r>
              <a:t>Body Level Two</a:t>
            </a:r>
          </a:p>
          <a:p>
            <a:pPr lvl="2"/>
            <a:r>
              <a:t>Body Level Three</a:t>
            </a:r>
          </a:p>
          <a:p>
            <a:pPr lvl="3"/>
            <a:r>
              <a:t>Body Level Four</a:t>
            </a:r>
          </a:p>
          <a:p>
            <a:pPr lvl="4"/>
            <a:r>
              <a:t>Body Level Five</a:t>
            </a:r>
          </a:p>
        </p:txBody>
      </p:sp>
      <p:sp>
        <p:nvSpPr>
          <p:cNvPr id="102" name="Slide Number"/>
          <p:cNvSpPr>
            <a:spLocks noGrp="1"/>
          </p:cNvSpPr>
          <p:nvPr>
            <p:ph type="sldNum" sz="quarter" idx="2"/>
          </p:nvPr>
        </p:nvSpPr>
        <p:spPr>
          <a:xfrm>
            <a:off x="4283971" y="6453335"/>
            <a:ext cx="301907" cy="288823"/>
          </a:xfrm>
          <a:prstGeom prst="rect">
            <a:avLst/>
          </a:prstGeom>
        </p:spPr>
        <p:txBody>
          <a:bodyPr lIns="45718" tIns="45718" rIns="45718" bIns="45718" anchor="t"/>
          <a:lstStyle>
            <a:lvl1pPr>
              <a:defRPr sz="1400">
                <a:solidFill>
                  <a:srgbClr val="000000"/>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le and Vertical Text">
    <p:spTree>
      <p:nvGrpSpPr>
        <p:cNvPr id="1" name=""/>
        <p:cNvGrpSpPr/>
        <p:nvPr/>
      </p:nvGrpSpPr>
      <p:grpSpPr>
        <a:xfrm>
          <a:off x="0" y="0"/>
          <a:ext cx="0" cy="0"/>
          <a:chOff x="0" y="0"/>
          <a:chExt cx="0" cy="0"/>
        </a:xfrm>
      </p:grpSpPr>
      <p:pic>
        <p:nvPicPr>
          <p:cNvPr id="109" name="Picture 11" descr="Picture 11"/>
          <p:cNvPicPr>
            <a:picLocks noChangeAspect="1"/>
          </p:cNvPicPr>
          <p:nvPr/>
        </p:nvPicPr>
        <p:blipFill>
          <a:blip r:embed="rId2">
            <a:extLst/>
          </a:blip>
          <a:stretch>
            <a:fillRect/>
          </a:stretch>
        </p:blipFill>
        <p:spPr>
          <a:xfrm>
            <a:off x="7010400" y="266700"/>
            <a:ext cx="1981200" cy="1117600"/>
          </a:xfrm>
          <a:prstGeom prst="rect">
            <a:avLst/>
          </a:prstGeom>
          <a:ln w="12700">
            <a:miter lim="400000"/>
          </a:ln>
        </p:spPr>
      </p:pic>
      <p:pic>
        <p:nvPicPr>
          <p:cNvPr id="110" name="16746649-FA14-446D-9E95-6B99C24A0DED-L0-001.png" descr="16746649-FA14-446D-9E95-6B99C24A0DED-L0-001.png"/>
          <p:cNvPicPr>
            <a:picLocks noChangeAspect="1"/>
          </p:cNvPicPr>
          <p:nvPr/>
        </p:nvPicPr>
        <p:blipFill>
          <a:blip r:embed="rId3">
            <a:extLst/>
          </a:blip>
          <a:stretch>
            <a:fillRect/>
          </a:stretch>
        </p:blipFill>
        <p:spPr>
          <a:xfrm>
            <a:off x="7285980" y="6021287"/>
            <a:ext cx="1705620" cy="641315"/>
          </a:xfrm>
          <a:prstGeom prst="rect">
            <a:avLst/>
          </a:prstGeom>
          <a:ln w="12700">
            <a:miter lim="400000"/>
          </a:ln>
        </p:spPr>
      </p:pic>
      <p:sp>
        <p:nvSpPr>
          <p:cNvPr id="111" name="Title Text"/>
          <p:cNvSpPr>
            <a:spLocks noGrp="1"/>
          </p:cNvSpPr>
          <p:nvPr>
            <p:ph type="title"/>
          </p:nvPr>
        </p:nvSpPr>
        <p:spPr>
          <a:xfrm>
            <a:off x="914400" y="381000"/>
            <a:ext cx="6324600" cy="609600"/>
          </a:xfrm>
          <a:prstGeom prst="rect">
            <a:avLst/>
          </a:prstGeom>
        </p:spPr>
        <p:txBody>
          <a:bodyPr lIns="45718" tIns="45718" rIns="45718" bIns="45718"/>
          <a:lstStyle>
            <a:lvl1pPr>
              <a:defRPr sz="3200">
                <a:solidFill>
                  <a:srgbClr val="009999"/>
                </a:solidFill>
                <a:latin typeface="+mn-lt"/>
                <a:ea typeface="+mn-ea"/>
                <a:cs typeface="+mn-cs"/>
                <a:sym typeface="Arial"/>
              </a:defRPr>
            </a:lvl1pPr>
          </a:lstStyle>
          <a:p>
            <a:r>
              <a:t>Title Text</a:t>
            </a:r>
          </a:p>
        </p:txBody>
      </p:sp>
      <p:sp>
        <p:nvSpPr>
          <p:cNvPr id="112" name="Body Level One…"/>
          <p:cNvSpPr>
            <a:spLocks noGrp="1"/>
          </p:cNvSpPr>
          <p:nvPr>
            <p:ph type="body" idx="1"/>
          </p:nvPr>
        </p:nvSpPr>
        <p:spPr>
          <a:xfrm>
            <a:off x="914400" y="1600200"/>
            <a:ext cx="7772400" cy="4419600"/>
          </a:xfrm>
          <a:prstGeom prst="rect">
            <a:avLst/>
          </a:prstGeom>
        </p:spPr>
        <p:txBody>
          <a:bodyPr lIns="45718" tIns="45718" rIns="45718" bIns="45718"/>
          <a:lstStyle>
            <a:lvl1pPr>
              <a:spcBef>
                <a:spcPts val="500"/>
              </a:spcBef>
              <a:buClr>
                <a:srgbClr val="009999"/>
              </a:buClr>
              <a:buFontTx/>
              <a:defRPr sz="2400">
                <a:solidFill>
                  <a:srgbClr val="009999"/>
                </a:solidFill>
                <a:latin typeface="+mn-lt"/>
                <a:ea typeface="+mn-ea"/>
                <a:cs typeface="+mn-cs"/>
                <a:sym typeface="Arial"/>
              </a:defRPr>
            </a:lvl1pPr>
            <a:lvl2pPr marL="742950" indent="-285750">
              <a:spcBef>
                <a:spcPts val="500"/>
              </a:spcBef>
              <a:buClr>
                <a:srgbClr val="009999"/>
              </a:buClr>
              <a:buFontTx/>
              <a:defRPr sz="2400">
                <a:solidFill>
                  <a:srgbClr val="009999"/>
                </a:solidFill>
                <a:latin typeface="+mn-lt"/>
                <a:ea typeface="+mn-ea"/>
                <a:cs typeface="+mn-cs"/>
                <a:sym typeface="Arial"/>
              </a:defRPr>
            </a:lvl2pPr>
            <a:lvl3pPr marL="1143000" indent="-228600">
              <a:spcBef>
                <a:spcPts val="500"/>
              </a:spcBef>
              <a:buClr>
                <a:srgbClr val="009999"/>
              </a:buClr>
              <a:buFontTx/>
              <a:defRPr sz="2400">
                <a:solidFill>
                  <a:srgbClr val="009999"/>
                </a:solidFill>
                <a:latin typeface="+mn-lt"/>
                <a:ea typeface="+mn-ea"/>
                <a:cs typeface="+mn-cs"/>
                <a:sym typeface="Arial"/>
              </a:defRPr>
            </a:lvl3pPr>
            <a:lvl4pPr marL="1600200" indent="-228600">
              <a:spcBef>
                <a:spcPts val="500"/>
              </a:spcBef>
              <a:buClr>
                <a:srgbClr val="009999"/>
              </a:buClr>
              <a:buFontTx/>
              <a:defRPr sz="2400">
                <a:solidFill>
                  <a:srgbClr val="009999"/>
                </a:solidFill>
                <a:latin typeface="+mn-lt"/>
                <a:ea typeface="+mn-ea"/>
                <a:cs typeface="+mn-cs"/>
                <a:sym typeface="Arial"/>
              </a:defRPr>
            </a:lvl4pPr>
            <a:lvl5pPr marL="2057400" indent="-228600">
              <a:spcBef>
                <a:spcPts val="500"/>
              </a:spcBef>
              <a:buClr>
                <a:srgbClr val="009999"/>
              </a:buClr>
              <a:buFontTx/>
              <a:defRPr sz="2400">
                <a:solidFill>
                  <a:srgbClr val="009999"/>
                </a:solidFill>
                <a:latin typeface="+mn-lt"/>
                <a:ea typeface="+mn-ea"/>
                <a:cs typeface="+mn-cs"/>
                <a:sym typeface="Arial"/>
              </a:defRPr>
            </a:lvl5pPr>
          </a:lstStyle>
          <a:p>
            <a:r>
              <a:t>Body Level One</a:t>
            </a:r>
          </a:p>
          <a:p>
            <a:pPr lvl="1"/>
            <a:r>
              <a:t>Body Level Two</a:t>
            </a:r>
          </a:p>
          <a:p>
            <a:pPr lvl="2"/>
            <a:r>
              <a:t>Body Level Three</a:t>
            </a:r>
          </a:p>
          <a:p>
            <a:pPr lvl="3"/>
            <a:r>
              <a:t>Body Level Four</a:t>
            </a:r>
          </a:p>
          <a:p>
            <a:pPr lvl="4"/>
            <a:r>
              <a:t>Body Level Five</a:t>
            </a:r>
          </a:p>
        </p:txBody>
      </p:sp>
      <p:sp>
        <p:nvSpPr>
          <p:cNvPr id="113" name="Slide Number"/>
          <p:cNvSpPr>
            <a:spLocks noGrp="1"/>
          </p:cNvSpPr>
          <p:nvPr>
            <p:ph type="sldNum" sz="quarter" idx="2"/>
          </p:nvPr>
        </p:nvSpPr>
        <p:spPr>
          <a:xfrm>
            <a:off x="4283971" y="6453335"/>
            <a:ext cx="301907" cy="288823"/>
          </a:xfrm>
          <a:prstGeom prst="rect">
            <a:avLst/>
          </a:prstGeom>
        </p:spPr>
        <p:txBody>
          <a:bodyPr lIns="45718" tIns="45718" rIns="45718" bIns="45718" anchor="t"/>
          <a:lstStyle>
            <a:lvl1pPr>
              <a:defRPr sz="1400">
                <a:solidFill>
                  <a:srgbClr val="000000"/>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Vertical Title and Text">
    <p:spTree>
      <p:nvGrpSpPr>
        <p:cNvPr id="1" name=""/>
        <p:cNvGrpSpPr/>
        <p:nvPr/>
      </p:nvGrpSpPr>
      <p:grpSpPr>
        <a:xfrm>
          <a:off x="0" y="0"/>
          <a:ext cx="0" cy="0"/>
          <a:chOff x="0" y="0"/>
          <a:chExt cx="0" cy="0"/>
        </a:xfrm>
      </p:grpSpPr>
      <p:pic>
        <p:nvPicPr>
          <p:cNvPr id="120" name="Picture 11" descr="Picture 11"/>
          <p:cNvPicPr>
            <a:picLocks noChangeAspect="1"/>
          </p:cNvPicPr>
          <p:nvPr/>
        </p:nvPicPr>
        <p:blipFill>
          <a:blip r:embed="rId2">
            <a:extLst/>
          </a:blip>
          <a:stretch>
            <a:fillRect/>
          </a:stretch>
        </p:blipFill>
        <p:spPr>
          <a:xfrm>
            <a:off x="7010400" y="266700"/>
            <a:ext cx="1981200" cy="1117600"/>
          </a:xfrm>
          <a:prstGeom prst="rect">
            <a:avLst/>
          </a:prstGeom>
          <a:ln w="12700">
            <a:miter lim="400000"/>
          </a:ln>
        </p:spPr>
      </p:pic>
      <p:pic>
        <p:nvPicPr>
          <p:cNvPr id="121" name="16746649-FA14-446D-9E95-6B99C24A0DED-L0-001.png" descr="16746649-FA14-446D-9E95-6B99C24A0DED-L0-001.png"/>
          <p:cNvPicPr>
            <a:picLocks noChangeAspect="1"/>
          </p:cNvPicPr>
          <p:nvPr/>
        </p:nvPicPr>
        <p:blipFill>
          <a:blip r:embed="rId3">
            <a:extLst/>
          </a:blip>
          <a:stretch>
            <a:fillRect/>
          </a:stretch>
        </p:blipFill>
        <p:spPr>
          <a:xfrm>
            <a:off x="7285980" y="6021287"/>
            <a:ext cx="1705620" cy="641315"/>
          </a:xfrm>
          <a:prstGeom prst="rect">
            <a:avLst/>
          </a:prstGeom>
          <a:ln w="12700">
            <a:miter lim="400000"/>
          </a:ln>
        </p:spPr>
      </p:pic>
      <p:sp>
        <p:nvSpPr>
          <p:cNvPr id="122" name="Title Text"/>
          <p:cNvSpPr>
            <a:spLocks noGrp="1"/>
          </p:cNvSpPr>
          <p:nvPr>
            <p:ph type="title"/>
          </p:nvPr>
        </p:nvSpPr>
        <p:spPr>
          <a:xfrm>
            <a:off x="6477000" y="381000"/>
            <a:ext cx="1981200" cy="5715000"/>
          </a:xfrm>
          <a:prstGeom prst="rect">
            <a:avLst/>
          </a:prstGeom>
        </p:spPr>
        <p:txBody>
          <a:bodyPr lIns="45718" tIns="45718" rIns="45718" bIns="45718"/>
          <a:lstStyle>
            <a:lvl1pPr>
              <a:defRPr sz="3200">
                <a:solidFill>
                  <a:srgbClr val="009999"/>
                </a:solidFill>
                <a:latin typeface="+mn-lt"/>
                <a:ea typeface="+mn-ea"/>
                <a:cs typeface="+mn-cs"/>
                <a:sym typeface="Arial"/>
              </a:defRPr>
            </a:lvl1pPr>
          </a:lstStyle>
          <a:p>
            <a:r>
              <a:t>Title Text</a:t>
            </a:r>
          </a:p>
        </p:txBody>
      </p:sp>
      <p:sp>
        <p:nvSpPr>
          <p:cNvPr id="123" name="Body Level One…"/>
          <p:cNvSpPr>
            <a:spLocks noGrp="1"/>
          </p:cNvSpPr>
          <p:nvPr>
            <p:ph type="body" idx="1"/>
          </p:nvPr>
        </p:nvSpPr>
        <p:spPr>
          <a:xfrm>
            <a:off x="533400" y="381000"/>
            <a:ext cx="5791200" cy="5715000"/>
          </a:xfrm>
          <a:prstGeom prst="rect">
            <a:avLst/>
          </a:prstGeom>
        </p:spPr>
        <p:txBody>
          <a:bodyPr lIns="45718" tIns="45718" rIns="45718" bIns="45718"/>
          <a:lstStyle>
            <a:lvl1pPr>
              <a:spcBef>
                <a:spcPts val="500"/>
              </a:spcBef>
              <a:buClr>
                <a:srgbClr val="009999"/>
              </a:buClr>
              <a:buFontTx/>
              <a:defRPr sz="2400">
                <a:solidFill>
                  <a:srgbClr val="009999"/>
                </a:solidFill>
                <a:latin typeface="+mn-lt"/>
                <a:ea typeface="+mn-ea"/>
                <a:cs typeface="+mn-cs"/>
                <a:sym typeface="Arial"/>
              </a:defRPr>
            </a:lvl1pPr>
            <a:lvl2pPr marL="742950" indent="-285750">
              <a:spcBef>
                <a:spcPts val="500"/>
              </a:spcBef>
              <a:buClr>
                <a:srgbClr val="009999"/>
              </a:buClr>
              <a:buFontTx/>
              <a:defRPr sz="2400">
                <a:solidFill>
                  <a:srgbClr val="009999"/>
                </a:solidFill>
                <a:latin typeface="+mn-lt"/>
                <a:ea typeface="+mn-ea"/>
                <a:cs typeface="+mn-cs"/>
                <a:sym typeface="Arial"/>
              </a:defRPr>
            </a:lvl2pPr>
            <a:lvl3pPr marL="1143000" indent="-228600">
              <a:spcBef>
                <a:spcPts val="500"/>
              </a:spcBef>
              <a:buClr>
                <a:srgbClr val="009999"/>
              </a:buClr>
              <a:buFontTx/>
              <a:defRPr sz="2400">
                <a:solidFill>
                  <a:srgbClr val="009999"/>
                </a:solidFill>
                <a:latin typeface="+mn-lt"/>
                <a:ea typeface="+mn-ea"/>
                <a:cs typeface="+mn-cs"/>
                <a:sym typeface="Arial"/>
              </a:defRPr>
            </a:lvl3pPr>
            <a:lvl4pPr marL="1600200" indent="-228600">
              <a:spcBef>
                <a:spcPts val="500"/>
              </a:spcBef>
              <a:buClr>
                <a:srgbClr val="009999"/>
              </a:buClr>
              <a:buFontTx/>
              <a:defRPr sz="2400">
                <a:solidFill>
                  <a:srgbClr val="009999"/>
                </a:solidFill>
                <a:latin typeface="+mn-lt"/>
                <a:ea typeface="+mn-ea"/>
                <a:cs typeface="+mn-cs"/>
                <a:sym typeface="Arial"/>
              </a:defRPr>
            </a:lvl4pPr>
            <a:lvl5pPr marL="2057400" indent="-228600">
              <a:spcBef>
                <a:spcPts val="500"/>
              </a:spcBef>
              <a:buClr>
                <a:srgbClr val="009999"/>
              </a:buClr>
              <a:buFontTx/>
              <a:defRPr sz="2400">
                <a:solidFill>
                  <a:srgbClr val="009999"/>
                </a:solidFill>
                <a:latin typeface="+mn-lt"/>
                <a:ea typeface="+mn-ea"/>
                <a:cs typeface="+mn-cs"/>
                <a:sym typeface="Arial"/>
              </a:defRPr>
            </a:lvl5pPr>
          </a:lstStyle>
          <a:p>
            <a:r>
              <a:t>Body Level One</a:t>
            </a:r>
          </a:p>
          <a:p>
            <a:pPr lvl="1"/>
            <a:r>
              <a:t>Body Level Two</a:t>
            </a:r>
          </a:p>
          <a:p>
            <a:pPr lvl="2"/>
            <a:r>
              <a:t>Body Level Three</a:t>
            </a:r>
          </a:p>
          <a:p>
            <a:pPr lvl="3"/>
            <a:r>
              <a:t>Body Level Four</a:t>
            </a:r>
          </a:p>
          <a:p>
            <a:pPr lvl="4"/>
            <a:r>
              <a:t>Body Level Five</a:t>
            </a:r>
          </a:p>
        </p:txBody>
      </p:sp>
      <p:sp>
        <p:nvSpPr>
          <p:cNvPr id="124" name="Slide Number"/>
          <p:cNvSpPr>
            <a:spLocks noGrp="1"/>
          </p:cNvSpPr>
          <p:nvPr>
            <p:ph type="sldNum" sz="quarter" idx="2"/>
          </p:nvPr>
        </p:nvSpPr>
        <p:spPr>
          <a:xfrm>
            <a:off x="4283971" y="6453335"/>
            <a:ext cx="301907" cy="288823"/>
          </a:xfrm>
          <a:prstGeom prst="rect">
            <a:avLst/>
          </a:prstGeom>
        </p:spPr>
        <p:txBody>
          <a:bodyPr lIns="45718" tIns="45718" rIns="45718" bIns="45718" anchor="t"/>
          <a:lstStyle>
            <a:lvl1pPr>
              <a:defRPr sz="1400">
                <a:solidFill>
                  <a:srgbClr val="000000"/>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pic>
        <p:nvPicPr>
          <p:cNvPr id="131" name="Picture 11" descr="Picture 11"/>
          <p:cNvPicPr>
            <a:picLocks noChangeAspect="1"/>
          </p:cNvPicPr>
          <p:nvPr/>
        </p:nvPicPr>
        <p:blipFill>
          <a:blip r:embed="rId2">
            <a:extLst/>
          </a:blip>
          <a:stretch>
            <a:fillRect/>
          </a:stretch>
        </p:blipFill>
        <p:spPr>
          <a:xfrm>
            <a:off x="7010400" y="266700"/>
            <a:ext cx="1981200" cy="1117600"/>
          </a:xfrm>
          <a:prstGeom prst="rect">
            <a:avLst/>
          </a:prstGeom>
          <a:ln w="12700">
            <a:miter lim="400000"/>
          </a:ln>
        </p:spPr>
      </p:pic>
      <p:pic>
        <p:nvPicPr>
          <p:cNvPr id="132" name="16746649-FA14-446D-9E95-6B99C24A0DED-L0-001.png" descr="16746649-FA14-446D-9E95-6B99C24A0DED-L0-001.png"/>
          <p:cNvPicPr>
            <a:picLocks noChangeAspect="1"/>
          </p:cNvPicPr>
          <p:nvPr/>
        </p:nvPicPr>
        <p:blipFill>
          <a:blip r:embed="rId3">
            <a:extLst/>
          </a:blip>
          <a:stretch>
            <a:fillRect/>
          </a:stretch>
        </p:blipFill>
        <p:spPr>
          <a:xfrm>
            <a:off x="7285980" y="6021287"/>
            <a:ext cx="1705620" cy="641315"/>
          </a:xfrm>
          <a:prstGeom prst="rect">
            <a:avLst/>
          </a:prstGeom>
          <a:ln w="12700">
            <a:miter lim="400000"/>
          </a:ln>
        </p:spPr>
      </p:pic>
      <p:sp>
        <p:nvSpPr>
          <p:cNvPr id="133" name="Slide Number"/>
          <p:cNvSpPr>
            <a:spLocks noGrp="1"/>
          </p:cNvSpPr>
          <p:nvPr>
            <p:ph type="sldNum" sz="quarter" idx="2"/>
          </p:nvPr>
        </p:nvSpPr>
        <p:spPr>
          <a:xfrm>
            <a:off x="4283971" y="6453335"/>
            <a:ext cx="301907" cy="288823"/>
          </a:xfrm>
          <a:prstGeom prst="rect">
            <a:avLst/>
          </a:prstGeom>
        </p:spPr>
        <p:txBody>
          <a:bodyPr lIns="45718" tIns="45718" rIns="45718" bIns="45718" anchor="t"/>
          <a:lstStyle>
            <a:lvl1pPr>
              <a:defRPr sz="1400">
                <a:solidFill>
                  <a:srgbClr val="000000"/>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140" name="Title Text"/>
          <p:cNvSpPr>
            <a:spLocks noGrp="1"/>
          </p:cNvSpPr>
          <p:nvPr>
            <p:ph type="title"/>
          </p:nvPr>
        </p:nvSpPr>
        <p:spPr>
          <a:prstGeom prst="rect">
            <a:avLst/>
          </a:prstGeom>
        </p:spPr>
        <p:txBody>
          <a:bodyPr/>
          <a:lstStyle/>
          <a:p>
            <a:r>
              <a:t>Title Text</a:t>
            </a:r>
          </a:p>
        </p:txBody>
      </p:sp>
      <p:sp>
        <p:nvSpPr>
          <p:cNvPr id="141" name="Body Level One…"/>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42" name="Slide Number"/>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a:spLocks noGrp="1"/>
          </p:cNvSpPr>
          <p:nvPr>
            <p:ph type="title"/>
          </p:nvPr>
        </p:nvSpPr>
        <p:spPr>
          <a:xfrm>
            <a:off x="457200" y="274638"/>
            <a:ext cx="8229600" cy="1143001"/>
          </a:xfrm>
          <a:prstGeom prst="rect">
            <a:avLst/>
          </a:prstGeom>
          <a:ln w="12700">
            <a:miter lim="400000"/>
          </a:ln>
          <a:extLst>
            <a:ext uri="{C572A759-6A51-4108-AA02-DFA0A04FC94B}">
              <ma14:wrappingTextBoxFlag xmlns:ma14="http://schemas.microsoft.com/office/mac/drawingml/2011/main" xmlns="" val="1"/>
            </a:ext>
          </a:extLst>
        </p:spPr>
        <p:txBody>
          <a:bodyPr lIns="45719" rIns="45719" anchor="ctr">
            <a:normAutofit/>
          </a:bodyPr>
          <a:lstStyle/>
          <a:p>
            <a:r>
              <a:t>Title Text</a:t>
            </a:r>
          </a:p>
        </p:txBody>
      </p:sp>
      <p:sp>
        <p:nvSpPr>
          <p:cNvPr id="3" name="Body Level One…"/>
          <p:cNvSpPr>
            <a:spLocks noGrp="1"/>
          </p:cNvSpPr>
          <p:nvPr>
            <p:ph type="body" idx="1"/>
          </p:nvPr>
        </p:nvSpPr>
        <p:spPr>
          <a:xfrm>
            <a:off x="457200" y="1600200"/>
            <a:ext cx="8229600" cy="4525963"/>
          </a:xfrm>
          <a:prstGeom prst="rect">
            <a:avLst/>
          </a:prstGeom>
          <a:ln w="12700">
            <a:miter lim="400000"/>
          </a:ln>
          <a:extLst>
            <a:ext uri="{C572A759-6A51-4108-AA02-DFA0A04FC94B}">
              <ma14:wrappingTextBoxFlag xmlns:ma14="http://schemas.microsoft.com/office/mac/drawingml/2011/main"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a:spLocks noGrp="1"/>
          </p:cNvSpPr>
          <p:nvPr>
            <p:ph type="sldNum" sz="quarter" idx="2"/>
          </p:nvPr>
        </p:nvSpPr>
        <p:spPr>
          <a:xfrm>
            <a:off x="8422818" y="6404292"/>
            <a:ext cx="263983" cy="269241"/>
          </a:xfrm>
          <a:prstGeom prst="rect">
            <a:avLst/>
          </a:prstGeom>
          <a:ln w="12700">
            <a:miter lim="400000"/>
          </a:ln>
        </p:spPr>
        <p:txBody>
          <a:bodyPr wrap="none" lIns="45719" rIns="45719" anchor="ctr">
            <a:spAutoFit/>
          </a:bodyPr>
          <a:lstStyle>
            <a:lvl1pPr algn="r">
              <a:defRPr sz="1200">
                <a:solidFill>
                  <a:srgbClr val="888888"/>
                </a:solidFill>
                <a:latin typeface="Calibri"/>
                <a:ea typeface="Calibri"/>
                <a:cs typeface="Calibri"/>
                <a:sym typeface="Calibri"/>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spd="med"/>
  <p:txStyles>
    <p:titleStyle>
      <a:lvl1pPr marL="0" marR="0" indent="0" algn="ctr" defTabSz="91440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1pPr>
      <a:lvl2pPr marL="0" marR="0" indent="0" algn="ctr" defTabSz="91440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2pPr>
      <a:lvl3pPr marL="0" marR="0" indent="0" algn="ctr" defTabSz="91440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3pPr>
      <a:lvl4pPr marL="0" marR="0" indent="0" algn="ctr" defTabSz="91440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4pPr>
      <a:lvl5pPr marL="0" marR="0" indent="0" algn="ctr" defTabSz="91440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5pPr>
      <a:lvl6pPr marL="0" marR="0" indent="0" algn="ctr" defTabSz="91440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6pPr>
      <a:lvl7pPr marL="0" marR="0" indent="0" algn="ctr" defTabSz="91440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7pPr>
      <a:lvl8pPr marL="0" marR="0" indent="0" algn="ctr" defTabSz="91440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8pPr>
      <a:lvl9pPr marL="0" marR="0" indent="0" algn="ctr" defTabSz="91440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Calibri"/>
          <a:ea typeface="Calibri"/>
          <a:cs typeface="Calibri"/>
          <a:sym typeface="Calibri"/>
        </a:defRPr>
      </a:lvl9pPr>
    </p:titleStyle>
    <p:bodyStyle>
      <a:lvl1pPr marL="342900" marR="0" indent="-342900" algn="l" defTabSz="91440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Calibri"/>
          <a:ea typeface="Calibri"/>
          <a:cs typeface="Calibri"/>
          <a:sym typeface="Calibri"/>
        </a:defRPr>
      </a:lvl1pPr>
      <a:lvl2pPr marL="783771" marR="0" indent="-326571" algn="l" defTabSz="91440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Calibri"/>
          <a:ea typeface="Calibri"/>
          <a:cs typeface="Calibri"/>
          <a:sym typeface="Calibri"/>
        </a:defRPr>
      </a:lvl2pPr>
      <a:lvl3pPr marL="1219200" marR="0" indent="-304800" algn="l" defTabSz="91440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Calibri"/>
          <a:ea typeface="Calibri"/>
          <a:cs typeface="Calibri"/>
          <a:sym typeface="Calibri"/>
        </a:defRPr>
      </a:lvl3pPr>
      <a:lvl4pPr marL="1737360" marR="0" indent="-365760" algn="l" defTabSz="91440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Calibri"/>
          <a:ea typeface="Calibri"/>
          <a:cs typeface="Calibri"/>
          <a:sym typeface="Calibri"/>
        </a:defRPr>
      </a:lvl4pPr>
      <a:lvl5pPr marL="2194560" marR="0" indent="-365760" algn="l" defTabSz="91440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Calibri"/>
          <a:ea typeface="Calibri"/>
          <a:cs typeface="Calibri"/>
          <a:sym typeface="Calibri"/>
        </a:defRPr>
      </a:lvl5pPr>
      <a:lvl6pPr marL="2651760" marR="0" indent="-365760" algn="l" defTabSz="91440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Calibri"/>
          <a:ea typeface="Calibri"/>
          <a:cs typeface="Calibri"/>
          <a:sym typeface="Calibri"/>
        </a:defRPr>
      </a:lvl6pPr>
      <a:lvl7pPr marL="3108960" marR="0" indent="-365760" algn="l" defTabSz="91440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Calibri"/>
          <a:ea typeface="Calibri"/>
          <a:cs typeface="Calibri"/>
          <a:sym typeface="Calibri"/>
        </a:defRPr>
      </a:lvl7pPr>
      <a:lvl8pPr marL="3566159" marR="0" indent="-365759" algn="l" defTabSz="91440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Calibri"/>
          <a:ea typeface="Calibri"/>
          <a:cs typeface="Calibri"/>
          <a:sym typeface="Calibri"/>
        </a:defRPr>
      </a:lvl8pPr>
      <a:lvl9pPr marL="4023359" marR="0" indent="-365759" algn="l" defTabSz="91440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Calibri"/>
          <a:ea typeface="Calibri"/>
          <a:cs typeface="Calibri"/>
          <a:sym typeface="Calibri"/>
        </a:defRPr>
      </a:lvl9pPr>
    </p:bodyStyle>
    <p:otherStyle>
      <a:lvl1pPr marL="0" marR="0" indent="0" algn="r" defTabSz="91440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1pPr>
      <a:lvl2pPr marL="0" marR="0" indent="457200" algn="r" defTabSz="91440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2pPr>
      <a:lvl3pPr marL="0" marR="0" indent="914400" algn="r" defTabSz="91440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3pPr>
      <a:lvl4pPr marL="0" marR="0" indent="1371600" algn="r" defTabSz="91440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4pPr>
      <a:lvl5pPr marL="0" marR="0" indent="1828800" algn="r" defTabSz="91440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5pPr>
      <a:lvl6pPr marL="0" marR="0" indent="2286000" algn="r" defTabSz="91440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6pPr>
      <a:lvl7pPr marL="0" marR="0" indent="2743200" algn="r" defTabSz="91440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7pPr>
      <a:lvl8pPr marL="0" marR="0" indent="3200400" algn="r" defTabSz="91440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8pPr>
      <a:lvl9pPr marL="0" marR="0" indent="3657600" algn="r" defTabSz="91440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staysafeonline.org/teach-online-safety/higher-education/"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staysafeonline.org/teach-online-safety/higher-education/"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stopthinkconnect.or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Rectangle 5"/>
          <p:cNvSpPr/>
          <p:nvPr/>
        </p:nvSpPr>
        <p:spPr>
          <a:xfrm>
            <a:off x="1532537" y="4820867"/>
            <a:ext cx="6866309" cy="890067"/>
          </a:xfrm>
          <a:prstGeom prst="rect">
            <a:avLst/>
          </a:prstGeom>
          <a:ln w="12700">
            <a:miter lim="400000"/>
          </a:ln>
          <a:extLst>
            <a:ext uri="{C572A759-6A51-4108-AA02-DFA0A04FC94B}">
              <ma14:wrappingTextBoxFlag xmlns:ma14="http://schemas.microsoft.com/office/mac/drawingml/2011/main" xmlns="" val="1"/>
            </a:ext>
          </a:extLst>
        </p:spPr>
        <p:txBody>
          <a:bodyPr lIns="44450" tIns="44450" rIns="44450" bIns="44450" anchor="ctr">
            <a:spAutoFit/>
          </a:bodyPr>
          <a:lstStyle>
            <a:lvl1pPr algn="r">
              <a:defRPr sz="2800" b="1">
                <a:solidFill>
                  <a:srgbClr val="0000FF"/>
                </a:solidFill>
                <a:latin typeface="+mn-lt"/>
                <a:ea typeface="+mn-ea"/>
                <a:cs typeface="+mn-cs"/>
                <a:sym typeface="Arial"/>
              </a:defRPr>
            </a:lvl1pPr>
          </a:lstStyle>
          <a:p>
            <a:r>
              <a:t>School of Engineering and Built Environment</a:t>
            </a:r>
          </a:p>
        </p:txBody>
      </p:sp>
      <p:sp>
        <p:nvSpPr>
          <p:cNvPr id="152" name="Rectangle 7"/>
          <p:cNvSpPr/>
          <p:nvPr/>
        </p:nvSpPr>
        <p:spPr>
          <a:xfrm>
            <a:off x="1220408" y="2255202"/>
            <a:ext cx="6703184" cy="642144"/>
          </a:xfrm>
          <a:prstGeom prst="rect">
            <a:avLst/>
          </a:prstGeom>
          <a:ln w="12700">
            <a:miter lim="400000"/>
          </a:ln>
          <a:extLst>
            <a:ext uri="{C572A759-6A51-4108-AA02-DFA0A04FC94B}">
              <ma14:wrappingTextBoxFlag xmlns:ma14="http://schemas.microsoft.com/office/mac/drawingml/2011/main" xmlns="" val="1"/>
            </a:ext>
          </a:extLst>
        </p:spPr>
        <p:txBody>
          <a:bodyPr lIns="44450" tIns="44450" rIns="44450" bIns="44450">
            <a:spAutoFit/>
          </a:bodyPr>
          <a:lstStyle/>
          <a:p>
            <a:pPr algn="ctr">
              <a:defRPr sz="3600" b="1">
                <a:latin typeface="Trebuchet MS"/>
                <a:ea typeface="Trebuchet MS"/>
                <a:cs typeface="Trebuchet MS"/>
                <a:sym typeface="Trebuchet MS"/>
              </a:defRPr>
            </a:pPr>
            <a:r>
              <a:t>Cyber Security Awareness</a:t>
            </a:r>
            <a:r>
              <a:rPr b="0">
                <a:latin typeface="Tahoma"/>
                <a:ea typeface="Tahoma"/>
                <a:cs typeface="Tahoma"/>
                <a:sym typeface="Tahoma"/>
              </a:rPr>
              <a:t> </a:t>
            </a:r>
          </a:p>
        </p:txBody>
      </p:sp>
      <p:sp>
        <p:nvSpPr>
          <p:cNvPr id="154" name="Rectangle 7"/>
          <p:cNvSpPr/>
          <p:nvPr/>
        </p:nvSpPr>
        <p:spPr>
          <a:xfrm>
            <a:off x="716158" y="5725883"/>
            <a:ext cx="7711684" cy="368301"/>
          </a:xfrm>
          <a:prstGeom prst="rect">
            <a:avLst/>
          </a:prstGeom>
          <a:ln w="12700">
            <a:miter lim="400000"/>
          </a:ln>
          <a:extLst>
            <a:ext uri="{C572A759-6A51-4108-AA02-DFA0A04FC94B}">
              <ma14:wrappingTextBoxFlag xmlns:ma14="http://schemas.microsoft.com/office/mac/drawingml/2011/main" xmlns="" val="1"/>
            </a:ext>
          </a:extLst>
        </p:spPr>
        <p:txBody>
          <a:bodyPr lIns="44450" tIns="44450" rIns="44450" bIns="44450">
            <a:spAutoFit/>
          </a:bodyPr>
          <a:lstStyle>
            <a:lvl1pPr algn="r">
              <a:defRPr sz="1900">
                <a:latin typeface="Trebuchet MS"/>
                <a:ea typeface="Trebuchet MS"/>
                <a:cs typeface="Trebuchet MS"/>
                <a:sym typeface="Trebuchet MS"/>
              </a:defRPr>
            </a:lvl1pPr>
          </a:lstStyle>
          <a:p>
            <a:r>
              <a:t>Alan Nesbitt and Fiona Fairlie</a:t>
            </a:r>
          </a:p>
        </p:txBody>
      </p:sp>
      <p:sp>
        <p:nvSpPr>
          <p:cNvPr id="155" name="Slide Number"/>
          <p:cNvSpPr>
            <a:spLocks noGrp="1"/>
          </p:cNvSpPr>
          <p:nvPr>
            <p:ph type="sldNum" sz="quarter" idx="2"/>
          </p:nvPr>
        </p:nvSpPr>
        <p:spPr>
          <a:xfrm>
            <a:off x="4382855" y="6453335"/>
            <a:ext cx="203023" cy="288823"/>
          </a:xfrm>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t>1</a:t>
            </a:fld>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Title 1"/>
          <p:cNvSpPr>
            <a:spLocks noGrp="1"/>
          </p:cNvSpPr>
          <p:nvPr>
            <p:ph type="title"/>
          </p:nvPr>
        </p:nvSpPr>
        <p:spPr>
          <a:xfrm>
            <a:off x="395536" y="764704"/>
            <a:ext cx="6324601" cy="609601"/>
          </a:xfrm>
          <a:prstGeom prst="rect">
            <a:avLst/>
          </a:prstGeom>
        </p:spPr>
        <p:txBody>
          <a:bodyPr/>
          <a:lstStyle>
            <a:lvl1pPr algn="l" defTabSz="457200">
              <a:defRPr sz="2800">
                <a:solidFill>
                  <a:srgbClr val="F25320"/>
                </a:solidFill>
              </a:defRPr>
            </a:lvl1pPr>
          </a:lstStyle>
          <a:p>
            <a:r>
              <a:rPr smtClean="0"/>
              <a:t>Online Safety</a:t>
            </a:r>
            <a:endParaRPr/>
          </a:p>
        </p:txBody>
      </p:sp>
      <p:sp>
        <p:nvSpPr>
          <p:cNvPr id="158" name="What Is Plagiarism? Retrieved May 11, 2015, from http://plagiarism.org/citing-sources/whats-a-citation"/>
          <p:cNvSpPr/>
          <p:nvPr/>
        </p:nvSpPr>
        <p:spPr>
          <a:xfrm>
            <a:off x="479673" y="4738434"/>
            <a:ext cx="8184654" cy="338376"/>
          </a:xfrm>
          <a:prstGeom prst="rect">
            <a:avLst/>
          </a:prstGeom>
          <a:ln w="12700">
            <a:miter lim="400000"/>
          </a:ln>
          <a:extLst>
            <a:ext uri="{C572A759-6A51-4108-AA02-DFA0A04FC94B}">
              <ma14:wrappingTextBoxFlag xmlns:ma14="http://schemas.microsoft.com/office/mac/drawingml/2011/main" xmlns="" val="1"/>
            </a:ext>
          </a:extLst>
        </p:spPr>
        <p:txBody>
          <a:bodyPr lIns="45718" tIns="45718" rIns="45718" bIns="45718">
            <a:spAutoFit/>
          </a:bodyPr>
          <a:lstStyle>
            <a:lvl1pPr algn="ctr" defTabSz="457200">
              <a:defRPr sz="1700" i="1" u="sng">
                <a:solidFill>
                  <a:srgbClr val="0000FF"/>
                </a:solidFill>
                <a:uFill>
                  <a:solidFill>
                    <a:srgbClr val="0000FF"/>
                  </a:solidFill>
                </a:uFill>
                <a:latin typeface="+mn-lt"/>
                <a:ea typeface="+mn-ea"/>
                <a:cs typeface="+mn-cs"/>
                <a:sym typeface="Arial"/>
                <a:hlinkClick r:id="rId2"/>
              </a:defRPr>
            </a:lvl1pPr>
          </a:lstStyle>
          <a:p>
            <a:pPr>
              <a:defRPr u="none">
                <a:solidFill>
                  <a:srgbClr val="000000"/>
                </a:solidFill>
                <a:uFillTx/>
              </a:defRPr>
            </a:pPr>
            <a:r>
              <a:rPr u="sng">
                <a:solidFill>
                  <a:srgbClr val="0000FF"/>
                </a:solidFill>
                <a:uFill>
                  <a:solidFill>
                    <a:srgbClr val="0000FF"/>
                  </a:solidFill>
                </a:uFill>
                <a:hlinkClick r:id="rId2"/>
              </a:rPr>
              <a:t>https://staysafeonline.org/teach-online-safety/higher-education/</a:t>
            </a:r>
          </a:p>
        </p:txBody>
      </p:sp>
      <p:sp>
        <p:nvSpPr>
          <p:cNvPr id="159" name="Rectangle 3"/>
          <p:cNvSpPr/>
          <p:nvPr/>
        </p:nvSpPr>
        <p:spPr>
          <a:xfrm>
            <a:off x="671016" y="1726177"/>
            <a:ext cx="7801968" cy="1413012"/>
          </a:xfrm>
          <a:prstGeom prst="rect">
            <a:avLst/>
          </a:prstGeom>
          <a:ln w="12700">
            <a:miter lim="400000"/>
          </a:ln>
          <a:extLst>
            <a:ext uri="{C572A759-6A51-4108-AA02-DFA0A04FC94B}">
              <ma14:wrappingTextBoxFlag xmlns:ma14="http://schemas.microsoft.com/office/mac/drawingml/2011/main" xmlns="" val="1"/>
            </a:ext>
          </a:extLst>
        </p:spPr>
        <p:txBody>
          <a:bodyPr lIns="46798" tIns="46798" rIns="46798" bIns="46798">
            <a:spAutoFit/>
          </a:bodyPr>
          <a:lstStyle>
            <a:lvl1pPr>
              <a:lnSpc>
                <a:spcPct val="102000"/>
              </a:lnSpc>
              <a:spcBef>
                <a:spcPts val="700"/>
              </a:spcBef>
              <a:tabLst>
                <a:tab pos="355600" algn="l"/>
                <a:tab pos="889000" algn="l"/>
                <a:tab pos="1333500" algn="l"/>
                <a:tab pos="1790700" algn="l"/>
                <a:tab pos="2235200" algn="l"/>
                <a:tab pos="2692400" algn="l"/>
                <a:tab pos="3136900" algn="l"/>
                <a:tab pos="3581400" algn="l"/>
                <a:tab pos="4038600" algn="l"/>
                <a:tab pos="4483100" algn="l"/>
                <a:tab pos="4927600" algn="l"/>
                <a:tab pos="5384800" algn="l"/>
                <a:tab pos="5829300" algn="l"/>
                <a:tab pos="6286500" algn="l"/>
                <a:tab pos="6731000" algn="l"/>
                <a:tab pos="7175500" algn="l"/>
                <a:tab pos="7632700" algn="l"/>
                <a:tab pos="8077200" algn="l"/>
                <a:tab pos="8521700" algn="l"/>
                <a:tab pos="8978900" algn="l"/>
              </a:tabLst>
              <a:defRPr>
                <a:latin typeface="+mn-lt"/>
                <a:ea typeface="+mn-ea"/>
                <a:cs typeface="+mn-cs"/>
                <a:sym typeface="Arial"/>
              </a:defRPr>
            </a:lvl1pPr>
          </a:lstStyle>
          <a:p>
            <a:r>
              <a:rPr sz="2000" dirty="0">
                <a:solidFill>
                  <a:schemeClr val="tx1">
                    <a:lumMod val="75000"/>
                    <a:lumOff val="25000"/>
                  </a:schemeClr>
                </a:solidFill>
              </a:rPr>
              <a:t>When you’re in University, your computer and mobile devices are primary tools in your educational and social life. Students use the Internet for homework, research, social networking, online shopping and other activities</a:t>
            </a:r>
            <a:r>
              <a:rPr dirty="0"/>
              <a:t>.</a:t>
            </a:r>
          </a:p>
        </p:txBody>
      </p:sp>
      <p:sp>
        <p:nvSpPr>
          <p:cNvPr id="160" name="Rectangle 3"/>
          <p:cNvSpPr/>
          <p:nvPr/>
        </p:nvSpPr>
        <p:spPr>
          <a:xfrm>
            <a:off x="671016" y="3594818"/>
            <a:ext cx="7801968" cy="722374"/>
          </a:xfrm>
          <a:prstGeom prst="rect">
            <a:avLst/>
          </a:prstGeom>
          <a:ln w="12700">
            <a:miter lim="400000"/>
          </a:ln>
          <a:extLst>
            <a:ext uri="{C572A759-6A51-4108-AA02-DFA0A04FC94B}">
              <ma14:wrappingTextBoxFlag xmlns:ma14="http://schemas.microsoft.com/office/mac/drawingml/2011/main" xmlns="" val="1"/>
            </a:ext>
          </a:extLst>
        </p:spPr>
        <p:txBody>
          <a:bodyPr lIns="46798" tIns="46798" rIns="46798" bIns="46798">
            <a:spAutoFit/>
          </a:bodyPr>
          <a:lstStyle>
            <a:lvl1pPr>
              <a:lnSpc>
                <a:spcPct val="102000"/>
              </a:lnSpc>
              <a:spcBef>
                <a:spcPts val="700"/>
              </a:spcBef>
              <a:tabLst>
                <a:tab pos="355600" algn="l"/>
                <a:tab pos="889000" algn="l"/>
                <a:tab pos="1333500" algn="l"/>
                <a:tab pos="1790700" algn="l"/>
                <a:tab pos="2235200" algn="l"/>
                <a:tab pos="2692400" algn="l"/>
                <a:tab pos="3136900" algn="l"/>
                <a:tab pos="3581400" algn="l"/>
                <a:tab pos="4038600" algn="l"/>
                <a:tab pos="4483100" algn="l"/>
                <a:tab pos="4927600" algn="l"/>
                <a:tab pos="5384800" algn="l"/>
                <a:tab pos="5829300" algn="l"/>
                <a:tab pos="6286500" algn="l"/>
                <a:tab pos="6731000" algn="l"/>
                <a:tab pos="7175500" algn="l"/>
                <a:tab pos="7632700" algn="l"/>
                <a:tab pos="8077200" algn="l"/>
                <a:tab pos="8521700" algn="l"/>
                <a:tab pos="8978900" algn="l"/>
              </a:tabLst>
              <a:defRPr>
                <a:latin typeface="+mn-lt"/>
                <a:ea typeface="+mn-ea"/>
                <a:cs typeface="+mn-cs"/>
                <a:sym typeface="Arial"/>
              </a:defRPr>
            </a:lvl1pPr>
          </a:lstStyle>
          <a:p>
            <a:r>
              <a:rPr sz="2000" dirty="0">
                <a:solidFill>
                  <a:schemeClr val="tx1">
                    <a:lumMod val="75000"/>
                    <a:lumOff val="25000"/>
                  </a:schemeClr>
                </a:solidFill>
              </a:rPr>
              <a:t>The Internet is an amazing tool, but must be used safely and securely. </a:t>
            </a:r>
          </a:p>
        </p:txBody>
      </p:sp>
      <p:sp>
        <p:nvSpPr>
          <p:cNvPr id="161" name="Slide Number"/>
          <p:cNvSpPr>
            <a:spLocks noGrp="1"/>
          </p:cNvSpPr>
          <p:nvPr>
            <p:ph type="sldNum" sz="quarter" idx="2"/>
          </p:nvPr>
        </p:nvSpPr>
        <p:spPr>
          <a:xfrm>
            <a:off x="4382855" y="6453335"/>
            <a:ext cx="203023" cy="288823"/>
          </a:xfrm>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rPr smtClean="0"/>
              <a:t>2</a:t>
            </a:fld>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Title 1"/>
          <p:cNvSpPr>
            <a:spLocks noGrp="1"/>
          </p:cNvSpPr>
          <p:nvPr>
            <p:ph type="title"/>
          </p:nvPr>
        </p:nvSpPr>
        <p:spPr>
          <a:xfrm>
            <a:off x="395536" y="764704"/>
            <a:ext cx="6324601" cy="609601"/>
          </a:xfrm>
          <a:prstGeom prst="rect">
            <a:avLst/>
          </a:prstGeom>
        </p:spPr>
        <p:txBody>
          <a:bodyPr/>
          <a:lstStyle>
            <a:lvl1pPr algn="l" defTabSz="457200">
              <a:defRPr sz="2800">
                <a:solidFill>
                  <a:srgbClr val="F25320"/>
                </a:solidFill>
              </a:defRPr>
            </a:lvl1pPr>
          </a:lstStyle>
          <a:p>
            <a:r>
              <a:t>Online Safety</a:t>
            </a:r>
          </a:p>
        </p:txBody>
      </p:sp>
      <p:sp>
        <p:nvSpPr>
          <p:cNvPr id="164" name="What Is Plagiarism? Retrieved May 11, 2015, from http://plagiarism.org/citing-sources/whats-a-citation"/>
          <p:cNvSpPr/>
          <p:nvPr/>
        </p:nvSpPr>
        <p:spPr>
          <a:xfrm>
            <a:off x="479673" y="5438234"/>
            <a:ext cx="8184654" cy="338376"/>
          </a:xfrm>
          <a:prstGeom prst="rect">
            <a:avLst/>
          </a:prstGeom>
          <a:ln w="12700">
            <a:miter lim="400000"/>
          </a:ln>
          <a:extLst>
            <a:ext uri="{C572A759-6A51-4108-AA02-DFA0A04FC94B}">
              <ma14:wrappingTextBoxFlag xmlns:ma14="http://schemas.microsoft.com/office/mac/drawingml/2011/main" xmlns="" val="1"/>
            </a:ext>
          </a:extLst>
        </p:spPr>
        <p:txBody>
          <a:bodyPr lIns="45718" tIns="45718" rIns="45718" bIns="45718">
            <a:spAutoFit/>
          </a:bodyPr>
          <a:lstStyle>
            <a:lvl1pPr algn="ctr" defTabSz="457200">
              <a:defRPr sz="1700" i="1" u="sng">
                <a:solidFill>
                  <a:srgbClr val="0000FF"/>
                </a:solidFill>
                <a:uFill>
                  <a:solidFill>
                    <a:srgbClr val="0000FF"/>
                  </a:solidFill>
                </a:uFill>
                <a:latin typeface="+mn-lt"/>
                <a:ea typeface="+mn-ea"/>
                <a:cs typeface="+mn-cs"/>
                <a:sym typeface="Arial"/>
                <a:hlinkClick r:id="rId2"/>
              </a:defRPr>
            </a:lvl1pPr>
          </a:lstStyle>
          <a:p>
            <a:pPr>
              <a:defRPr u="none">
                <a:solidFill>
                  <a:srgbClr val="000000"/>
                </a:solidFill>
                <a:uFillTx/>
              </a:defRPr>
            </a:pPr>
            <a:r>
              <a:rPr u="sng">
                <a:solidFill>
                  <a:srgbClr val="0000FF"/>
                </a:solidFill>
                <a:uFill>
                  <a:solidFill>
                    <a:srgbClr val="0000FF"/>
                  </a:solidFill>
                </a:uFill>
                <a:hlinkClick r:id="rId2"/>
              </a:rPr>
              <a:t>https://staysafeonline.org/teach-online-safety/higher-education/</a:t>
            </a:r>
          </a:p>
        </p:txBody>
      </p:sp>
      <p:sp>
        <p:nvSpPr>
          <p:cNvPr id="165" name="Rectangle 3"/>
          <p:cNvSpPr/>
          <p:nvPr/>
        </p:nvSpPr>
        <p:spPr>
          <a:xfrm>
            <a:off x="671016" y="1639888"/>
            <a:ext cx="7801968" cy="2471571"/>
          </a:xfrm>
          <a:prstGeom prst="rect">
            <a:avLst/>
          </a:prstGeom>
          <a:ln w="12700">
            <a:miter lim="400000"/>
          </a:ln>
          <a:extLst>
            <a:ext uri="{C572A759-6A51-4108-AA02-DFA0A04FC94B}">
              <ma14:wrappingTextBoxFlag xmlns:ma14="http://schemas.microsoft.com/office/mac/drawingml/2011/main" xmlns="" val="1"/>
            </a:ext>
          </a:extLst>
        </p:spPr>
        <p:txBody>
          <a:bodyPr lIns="46798" tIns="46798" rIns="46798" bIns="46798">
            <a:spAutoFit/>
          </a:bodyPr>
          <a:lstStyle/>
          <a:p>
            <a:pPr>
              <a:lnSpc>
                <a:spcPct val="102000"/>
              </a:lnSpc>
              <a:spcBef>
                <a:spcPts val="700"/>
              </a:spcBef>
              <a:tabLst>
                <a:tab pos="355600" algn="l"/>
                <a:tab pos="889000" algn="l"/>
                <a:tab pos="1333500" algn="l"/>
                <a:tab pos="1790700" algn="l"/>
                <a:tab pos="2235200" algn="l"/>
                <a:tab pos="2692400" algn="l"/>
                <a:tab pos="3136900" algn="l"/>
                <a:tab pos="3581400" algn="l"/>
                <a:tab pos="4038600" algn="l"/>
                <a:tab pos="4483100" algn="l"/>
                <a:tab pos="4927600" algn="l"/>
                <a:tab pos="5384800" algn="l"/>
                <a:tab pos="5829300" algn="l"/>
                <a:tab pos="6286500" algn="l"/>
                <a:tab pos="6731000" algn="l"/>
                <a:tab pos="7175500" algn="l"/>
                <a:tab pos="7632700" algn="l"/>
                <a:tab pos="8077200" algn="l"/>
                <a:tab pos="8521700" algn="l"/>
                <a:tab pos="8978900" algn="l"/>
              </a:tabLst>
              <a:defRPr>
                <a:latin typeface="+mn-lt"/>
                <a:ea typeface="+mn-ea"/>
                <a:cs typeface="+mn-cs"/>
                <a:sym typeface="Arial"/>
              </a:defRPr>
            </a:pPr>
            <a:r>
              <a:rPr sz="2000" dirty="0">
                <a:solidFill>
                  <a:schemeClr val="tx1">
                    <a:lumMod val="75000"/>
                    <a:lumOff val="25000"/>
                  </a:schemeClr>
                </a:solidFill>
              </a:rPr>
              <a:t>When you log on to the campus network (or any network), what you do online could impact not only your computer, but other students and the network as well. </a:t>
            </a:r>
          </a:p>
          <a:p>
            <a:pPr>
              <a:lnSpc>
                <a:spcPct val="102000"/>
              </a:lnSpc>
              <a:spcBef>
                <a:spcPts val="700"/>
              </a:spcBef>
              <a:tabLst>
                <a:tab pos="355600" algn="l"/>
                <a:tab pos="889000" algn="l"/>
                <a:tab pos="1333500" algn="l"/>
                <a:tab pos="1790700" algn="l"/>
                <a:tab pos="2235200" algn="l"/>
                <a:tab pos="2692400" algn="l"/>
                <a:tab pos="3136900" algn="l"/>
                <a:tab pos="3581400" algn="l"/>
                <a:tab pos="4038600" algn="l"/>
                <a:tab pos="4483100" algn="l"/>
                <a:tab pos="4927600" algn="l"/>
                <a:tab pos="5384800" algn="l"/>
                <a:tab pos="5829300" algn="l"/>
                <a:tab pos="6286500" algn="l"/>
                <a:tab pos="6731000" algn="l"/>
                <a:tab pos="7175500" algn="l"/>
                <a:tab pos="7632700" algn="l"/>
                <a:tab pos="8077200" algn="l"/>
                <a:tab pos="8521700" algn="l"/>
                <a:tab pos="8978900" algn="l"/>
              </a:tabLst>
              <a:defRPr>
                <a:latin typeface="+mn-lt"/>
                <a:ea typeface="+mn-ea"/>
                <a:cs typeface="+mn-cs"/>
                <a:sym typeface="Arial"/>
              </a:defRPr>
            </a:pPr>
            <a:endParaRPr sz="2000" dirty="0">
              <a:solidFill>
                <a:schemeClr val="tx1">
                  <a:lumMod val="75000"/>
                  <a:lumOff val="25000"/>
                </a:schemeClr>
              </a:solidFill>
            </a:endParaRPr>
          </a:p>
          <a:p>
            <a:pPr>
              <a:lnSpc>
                <a:spcPct val="102000"/>
              </a:lnSpc>
              <a:spcBef>
                <a:spcPts val="700"/>
              </a:spcBef>
              <a:tabLst>
                <a:tab pos="355600" algn="l"/>
                <a:tab pos="889000" algn="l"/>
                <a:tab pos="1333500" algn="l"/>
                <a:tab pos="1790700" algn="l"/>
                <a:tab pos="2235200" algn="l"/>
                <a:tab pos="2692400" algn="l"/>
                <a:tab pos="3136900" algn="l"/>
                <a:tab pos="3581400" algn="l"/>
                <a:tab pos="4038600" algn="l"/>
                <a:tab pos="4483100" algn="l"/>
                <a:tab pos="4927600" algn="l"/>
                <a:tab pos="5384800" algn="l"/>
                <a:tab pos="5829300" algn="l"/>
                <a:tab pos="6286500" algn="l"/>
                <a:tab pos="6731000" algn="l"/>
                <a:tab pos="7175500" algn="l"/>
                <a:tab pos="7632700" algn="l"/>
                <a:tab pos="8077200" algn="l"/>
                <a:tab pos="8521700" algn="l"/>
                <a:tab pos="8978900" algn="l"/>
              </a:tabLst>
              <a:defRPr>
                <a:latin typeface="+mn-lt"/>
                <a:ea typeface="+mn-ea"/>
                <a:cs typeface="+mn-cs"/>
                <a:sym typeface="Arial"/>
              </a:defRPr>
            </a:pPr>
            <a:r>
              <a:rPr sz="2000" dirty="0">
                <a:solidFill>
                  <a:schemeClr val="tx1">
                    <a:lumMod val="75000"/>
                    <a:lumOff val="25000"/>
                  </a:schemeClr>
                </a:solidFill>
              </a:rPr>
              <a:t>By combining up-to-date security tools with good judgment, you and your college community are much less likely to encounter a security violation, loss of data, or system problems.</a:t>
            </a:r>
          </a:p>
        </p:txBody>
      </p:sp>
      <p:sp>
        <p:nvSpPr>
          <p:cNvPr id="166" name="Slide Number"/>
          <p:cNvSpPr>
            <a:spLocks noGrp="1"/>
          </p:cNvSpPr>
          <p:nvPr>
            <p:ph type="sldNum" sz="quarter" idx="2"/>
          </p:nvPr>
        </p:nvSpPr>
        <p:spPr>
          <a:xfrm>
            <a:off x="4382855" y="6453335"/>
            <a:ext cx="203023" cy="288823"/>
          </a:xfrm>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t>3</a:t>
            </a:fld>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Title 1"/>
          <p:cNvSpPr>
            <a:spLocks noGrp="1"/>
          </p:cNvSpPr>
          <p:nvPr>
            <p:ph type="title"/>
          </p:nvPr>
        </p:nvSpPr>
        <p:spPr>
          <a:xfrm>
            <a:off x="395536" y="764704"/>
            <a:ext cx="6324601" cy="609601"/>
          </a:xfrm>
          <a:prstGeom prst="rect">
            <a:avLst/>
          </a:prstGeom>
        </p:spPr>
        <p:txBody>
          <a:bodyPr/>
          <a:lstStyle>
            <a:lvl1pPr algn="l" defTabSz="457200">
              <a:defRPr sz="2800">
                <a:solidFill>
                  <a:srgbClr val="F25320"/>
                </a:solidFill>
              </a:defRPr>
            </a:lvl1pPr>
          </a:lstStyle>
          <a:p>
            <a:r>
              <a:t>Keep a Clean Machine</a:t>
            </a:r>
          </a:p>
        </p:txBody>
      </p:sp>
      <p:sp>
        <p:nvSpPr>
          <p:cNvPr id="169" name="Rectangle 3"/>
          <p:cNvSpPr/>
          <p:nvPr/>
        </p:nvSpPr>
        <p:spPr>
          <a:xfrm>
            <a:off x="552369" y="1522394"/>
            <a:ext cx="7801969" cy="4360799"/>
          </a:xfrm>
          <a:prstGeom prst="rect">
            <a:avLst/>
          </a:prstGeom>
          <a:ln w="12700">
            <a:miter lim="400000"/>
          </a:ln>
          <a:extLst>
            <a:ext uri="{C572A759-6A51-4108-AA02-DFA0A04FC94B}">
              <ma14:wrappingTextBoxFlag xmlns:ma14="http://schemas.microsoft.com/office/mac/drawingml/2011/main" xmlns="" val="1"/>
            </a:ext>
          </a:extLst>
        </p:spPr>
        <p:txBody>
          <a:bodyPr lIns="46798" tIns="46798" rIns="46798" bIns="46798">
            <a:spAutoFit/>
          </a:bodyPr>
          <a:lstStyle/>
          <a:p>
            <a:pPr marL="457200" indent="-457200" defTabSz="457200">
              <a:tabLst>
                <a:tab pos="139700" algn="l"/>
                <a:tab pos="457200" algn="l"/>
              </a:tabLst>
              <a:defRPr sz="2000">
                <a:solidFill>
                  <a:srgbClr val="666666"/>
                </a:solidFill>
                <a:latin typeface="ArialUnicodeMS"/>
                <a:ea typeface="ArialUnicodeMS"/>
                <a:cs typeface="ArialUnicodeMS"/>
                <a:sym typeface="ArialUnicodeMS"/>
              </a:defRPr>
            </a:pPr>
            <a:r>
              <a:rPr dirty="0"/>
              <a:t>	•	</a:t>
            </a:r>
            <a:r>
              <a:rPr b="1" dirty="0"/>
              <a:t>Keep security software current:</a:t>
            </a:r>
            <a:r>
              <a:rPr dirty="0"/>
              <a:t> Having the latest security software, web browser, and operating system are the best defenses against viruses, malware, and other online threats.</a:t>
            </a:r>
          </a:p>
          <a:p>
            <a:pPr marL="457200" indent="-457200" defTabSz="457200">
              <a:tabLst>
                <a:tab pos="139700" algn="l"/>
                <a:tab pos="457200" algn="l"/>
              </a:tabLst>
              <a:defRPr sz="2000">
                <a:solidFill>
                  <a:srgbClr val="666666"/>
                </a:solidFill>
                <a:latin typeface="ArialUnicodeMS"/>
                <a:ea typeface="ArialUnicodeMS"/>
                <a:cs typeface="ArialUnicodeMS"/>
                <a:sym typeface="ArialUnicodeMS"/>
              </a:defRPr>
            </a:pPr>
            <a:r>
              <a:rPr dirty="0"/>
              <a:t>	•	</a:t>
            </a:r>
            <a:r>
              <a:rPr b="1" dirty="0"/>
              <a:t>Automate software updates:</a:t>
            </a:r>
            <a:r>
              <a:rPr dirty="0"/>
              <a:t> Many software programs will automatically connect and update to defend against known risks. Turn on automatic updates if that’s an available option.</a:t>
            </a:r>
          </a:p>
          <a:p>
            <a:pPr marL="457200" indent="-457200" defTabSz="457200">
              <a:tabLst>
                <a:tab pos="139700" algn="l"/>
                <a:tab pos="457200" algn="l"/>
              </a:tabLst>
              <a:defRPr sz="2000">
                <a:solidFill>
                  <a:srgbClr val="666666"/>
                </a:solidFill>
                <a:latin typeface="ArialUnicodeMS"/>
                <a:ea typeface="ArialUnicodeMS"/>
                <a:cs typeface="ArialUnicodeMS"/>
                <a:sym typeface="ArialUnicodeMS"/>
              </a:defRPr>
            </a:pPr>
            <a:r>
              <a:rPr dirty="0"/>
              <a:t>	•	</a:t>
            </a:r>
            <a:r>
              <a:rPr b="1" dirty="0"/>
              <a:t>Protect all devices that connect to the internet:</a:t>
            </a:r>
            <a:r>
              <a:rPr dirty="0"/>
              <a:t> Along with computers, smartphones, gaming systems and other web-enabled devices also need protection from viruses and malware.</a:t>
            </a:r>
          </a:p>
          <a:p>
            <a:pPr marL="457200" indent="-457200" defTabSz="457200">
              <a:tabLst>
                <a:tab pos="139700" algn="l"/>
                <a:tab pos="457200" algn="l"/>
              </a:tabLst>
              <a:defRPr sz="2000">
                <a:solidFill>
                  <a:srgbClr val="666666"/>
                </a:solidFill>
                <a:latin typeface="ArialUnicodeMS"/>
                <a:ea typeface="ArialUnicodeMS"/>
                <a:cs typeface="ArialUnicodeMS"/>
                <a:sym typeface="ArialUnicodeMS"/>
              </a:defRPr>
            </a:pPr>
            <a:r>
              <a:rPr dirty="0"/>
              <a:t>	•	</a:t>
            </a:r>
            <a:r>
              <a:rPr b="1" dirty="0"/>
              <a:t>Plug &amp; scan:</a:t>
            </a:r>
            <a:r>
              <a:rPr dirty="0"/>
              <a:t> “USBs” and other external devices can be infected by viruses and malware. Use your security software to scan them.</a:t>
            </a:r>
          </a:p>
        </p:txBody>
      </p:sp>
      <p:sp>
        <p:nvSpPr>
          <p:cNvPr id="170" name="Slide Number"/>
          <p:cNvSpPr>
            <a:spLocks noGrp="1"/>
          </p:cNvSpPr>
          <p:nvPr>
            <p:ph type="sldNum" sz="quarter" idx="2"/>
          </p:nvPr>
        </p:nvSpPr>
        <p:spPr>
          <a:xfrm>
            <a:off x="4382855" y="6453335"/>
            <a:ext cx="203023" cy="288823"/>
          </a:xfrm>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t>4</a:t>
            </a:fld>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Title 1"/>
          <p:cNvSpPr>
            <a:spLocks noGrp="1"/>
          </p:cNvSpPr>
          <p:nvPr>
            <p:ph type="title"/>
          </p:nvPr>
        </p:nvSpPr>
        <p:spPr>
          <a:xfrm>
            <a:off x="395536" y="764704"/>
            <a:ext cx="6324601" cy="609601"/>
          </a:xfrm>
          <a:prstGeom prst="rect">
            <a:avLst/>
          </a:prstGeom>
        </p:spPr>
        <p:txBody>
          <a:bodyPr/>
          <a:lstStyle>
            <a:lvl1pPr algn="l" defTabSz="457200">
              <a:defRPr sz="2800">
                <a:solidFill>
                  <a:srgbClr val="F25320"/>
                </a:solidFill>
              </a:defRPr>
            </a:lvl1pPr>
          </a:lstStyle>
          <a:p>
            <a:r>
              <a:t>Protect Your Personal Information</a:t>
            </a:r>
          </a:p>
        </p:txBody>
      </p:sp>
      <p:sp>
        <p:nvSpPr>
          <p:cNvPr id="173" name="Rectangle 3"/>
          <p:cNvSpPr/>
          <p:nvPr/>
        </p:nvSpPr>
        <p:spPr>
          <a:xfrm>
            <a:off x="552369" y="1522394"/>
            <a:ext cx="7801969" cy="2227199"/>
          </a:xfrm>
          <a:prstGeom prst="rect">
            <a:avLst/>
          </a:prstGeom>
          <a:ln w="12700">
            <a:miter lim="400000"/>
          </a:ln>
          <a:extLst>
            <a:ext uri="{C572A759-6A51-4108-AA02-DFA0A04FC94B}">
              <ma14:wrappingTextBoxFlag xmlns:ma14="http://schemas.microsoft.com/office/mac/drawingml/2011/main" xmlns="" val="1"/>
            </a:ext>
          </a:extLst>
        </p:spPr>
        <p:txBody>
          <a:bodyPr lIns="46798" tIns="46798" rIns="46798" bIns="46798">
            <a:spAutoFit/>
          </a:bodyPr>
          <a:lstStyle/>
          <a:p>
            <a:pPr marL="457200" indent="-457200" defTabSz="457200">
              <a:tabLst>
                <a:tab pos="139700" algn="l"/>
                <a:tab pos="457200" algn="l"/>
              </a:tabLst>
              <a:defRPr sz="2000">
                <a:solidFill>
                  <a:srgbClr val="666666"/>
                </a:solidFill>
                <a:latin typeface="ArialUnicodeMS"/>
                <a:ea typeface="ArialUnicodeMS"/>
                <a:cs typeface="ArialUnicodeMS"/>
                <a:sym typeface="ArialUnicodeMS"/>
              </a:defRPr>
            </a:pPr>
            <a:r>
              <a:t>	•	</a:t>
            </a:r>
            <a:r>
              <a:rPr b="1"/>
              <a:t>Lock down your login:</a:t>
            </a:r>
            <a:r>
              <a:t> Fortify your online accounts by enabling the strongest authentication tools available, such as biometrics, security keys or a unique one-time code through an app on your mobile device. Your usernames and passwords are not enough to protect key accounts like email, banking and social media.</a:t>
            </a:r>
          </a:p>
          <a:p>
            <a:pPr marL="457200" indent="-457200" defTabSz="457200">
              <a:tabLst>
                <a:tab pos="139700" algn="l"/>
                <a:tab pos="457200" algn="l"/>
              </a:tabLst>
              <a:defRPr sz="2000">
                <a:solidFill>
                  <a:srgbClr val="666666"/>
                </a:solidFill>
                <a:latin typeface="ArialUnicodeMS"/>
                <a:ea typeface="ArialUnicodeMS"/>
                <a:cs typeface="ArialUnicodeMS"/>
                <a:sym typeface="ArialUnicodeMS"/>
              </a:defRPr>
            </a:pPr>
            <a:r>
              <a:t>	</a:t>
            </a:r>
          </a:p>
        </p:txBody>
      </p:sp>
      <p:sp>
        <p:nvSpPr>
          <p:cNvPr id="174" name="Slide Number"/>
          <p:cNvSpPr>
            <a:spLocks noGrp="1"/>
          </p:cNvSpPr>
          <p:nvPr>
            <p:ph type="sldNum" sz="quarter" idx="2"/>
          </p:nvPr>
        </p:nvSpPr>
        <p:spPr>
          <a:xfrm>
            <a:off x="4382855" y="6453335"/>
            <a:ext cx="203023" cy="288823"/>
          </a:xfrm>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t>5</a:t>
            </a:fld>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Title 1"/>
          <p:cNvSpPr>
            <a:spLocks noGrp="1"/>
          </p:cNvSpPr>
          <p:nvPr>
            <p:ph type="title"/>
          </p:nvPr>
        </p:nvSpPr>
        <p:spPr>
          <a:xfrm>
            <a:off x="395536" y="764704"/>
            <a:ext cx="6324601" cy="609601"/>
          </a:xfrm>
          <a:prstGeom prst="rect">
            <a:avLst/>
          </a:prstGeom>
        </p:spPr>
        <p:txBody>
          <a:bodyPr/>
          <a:lstStyle>
            <a:lvl1pPr algn="l" defTabSz="457200">
              <a:defRPr sz="2800">
                <a:solidFill>
                  <a:srgbClr val="F25320"/>
                </a:solidFill>
              </a:defRPr>
            </a:lvl1pPr>
          </a:lstStyle>
          <a:p>
            <a:r>
              <a:t>Protect Your Personal Information</a:t>
            </a:r>
          </a:p>
        </p:txBody>
      </p:sp>
      <p:sp>
        <p:nvSpPr>
          <p:cNvPr id="177" name="Rectangle 3"/>
          <p:cNvSpPr/>
          <p:nvPr/>
        </p:nvSpPr>
        <p:spPr>
          <a:xfrm>
            <a:off x="552369" y="1522394"/>
            <a:ext cx="7801969" cy="2836799"/>
          </a:xfrm>
          <a:prstGeom prst="rect">
            <a:avLst/>
          </a:prstGeom>
          <a:ln w="12700">
            <a:miter lim="400000"/>
          </a:ln>
          <a:extLst>
            <a:ext uri="{C572A759-6A51-4108-AA02-DFA0A04FC94B}">
              <ma14:wrappingTextBoxFlag xmlns:ma14="http://schemas.microsoft.com/office/mac/drawingml/2011/main" xmlns="" val="1"/>
            </a:ext>
          </a:extLst>
        </p:spPr>
        <p:txBody>
          <a:bodyPr lIns="46798" tIns="46798" rIns="46798" bIns="46798">
            <a:spAutoFit/>
          </a:bodyPr>
          <a:lstStyle/>
          <a:p>
            <a:pPr marL="457200" indent="-457200" defTabSz="457200">
              <a:tabLst>
                <a:tab pos="139700" algn="l"/>
                <a:tab pos="457200" algn="l"/>
              </a:tabLst>
              <a:defRPr sz="2000">
                <a:solidFill>
                  <a:srgbClr val="666666"/>
                </a:solidFill>
                <a:latin typeface="ArialUnicodeMS"/>
                <a:ea typeface="ArialUnicodeMS"/>
                <a:cs typeface="ArialUnicodeMS"/>
                <a:sym typeface="ArialUnicodeMS"/>
              </a:defRPr>
            </a:pPr>
            <a:r>
              <a:t>	•	</a:t>
            </a:r>
            <a:r>
              <a:rPr b="1"/>
              <a:t>Make your password a sentence:</a:t>
            </a:r>
            <a:r>
              <a:t> A strong password is a sentence that is at least 12 characters long. Focus on positive sentences or phrases that you like to think about and are easy to remember </a:t>
            </a:r>
          </a:p>
          <a:p>
            <a:pPr marL="457200" indent="-457200" defTabSz="457200">
              <a:tabLst>
                <a:tab pos="139700" algn="l"/>
                <a:tab pos="457200" algn="l"/>
              </a:tabLst>
              <a:defRPr sz="2000">
                <a:solidFill>
                  <a:srgbClr val="666666"/>
                </a:solidFill>
                <a:latin typeface="ArialUnicodeMS"/>
                <a:ea typeface="ArialUnicodeMS"/>
                <a:cs typeface="ArialUnicodeMS"/>
                <a:sym typeface="ArialUnicodeMS"/>
              </a:defRPr>
            </a:pPr>
            <a:r>
              <a:t>	•	</a:t>
            </a:r>
            <a:r>
              <a:rPr b="1"/>
              <a:t>Unique account, unique password:</a:t>
            </a:r>
            <a:r>
              <a:t> Having separate passwords for every account helps to thwart cybercriminals. At a minimum, separate your work and personal accounts and make sure that your critical accounts have the strongest passwords.</a:t>
            </a:r>
          </a:p>
        </p:txBody>
      </p:sp>
      <p:sp>
        <p:nvSpPr>
          <p:cNvPr id="178" name="Slide Number"/>
          <p:cNvSpPr>
            <a:spLocks noGrp="1"/>
          </p:cNvSpPr>
          <p:nvPr>
            <p:ph type="sldNum" sz="quarter" idx="2"/>
          </p:nvPr>
        </p:nvSpPr>
        <p:spPr>
          <a:xfrm>
            <a:off x="4382855" y="6453335"/>
            <a:ext cx="203023" cy="288823"/>
          </a:xfrm>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t>6</a:t>
            </a:fld>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Title 1"/>
          <p:cNvSpPr>
            <a:spLocks noGrp="1"/>
          </p:cNvSpPr>
          <p:nvPr>
            <p:ph type="title"/>
          </p:nvPr>
        </p:nvSpPr>
        <p:spPr>
          <a:xfrm>
            <a:off x="395536" y="764704"/>
            <a:ext cx="6324601" cy="609601"/>
          </a:xfrm>
          <a:prstGeom prst="rect">
            <a:avLst/>
          </a:prstGeom>
        </p:spPr>
        <p:txBody>
          <a:bodyPr/>
          <a:lstStyle>
            <a:lvl1pPr algn="l" defTabSz="457200">
              <a:defRPr sz="2800">
                <a:solidFill>
                  <a:srgbClr val="F25320"/>
                </a:solidFill>
              </a:defRPr>
            </a:lvl1pPr>
          </a:lstStyle>
          <a:p>
            <a:r>
              <a:t>Keep a Clean Machine</a:t>
            </a:r>
          </a:p>
        </p:txBody>
      </p:sp>
      <p:sp>
        <p:nvSpPr>
          <p:cNvPr id="181" name="Rectangle 3"/>
          <p:cNvSpPr/>
          <p:nvPr/>
        </p:nvSpPr>
        <p:spPr>
          <a:xfrm>
            <a:off x="671016" y="1533181"/>
            <a:ext cx="7801968" cy="2768601"/>
          </a:xfrm>
          <a:prstGeom prst="rect">
            <a:avLst/>
          </a:prstGeom>
          <a:ln w="12700">
            <a:miter lim="400000"/>
          </a:ln>
          <a:extLst>
            <a:ext uri="{C572A759-6A51-4108-AA02-DFA0A04FC94B}">
              <ma14:wrappingTextBoxFlag xmlns:ma14="http://schemas.microsoft.com/office/mac/drawingml/2011/main" xmlns="" val="1"/>
            </a:ext>
          </a:extLst>
        </p:spPr>
        <p:txBody>
          <a:bodyPr lIns="12700" tIns="12700" rIns="12700" bIns="12700">
            <a:spAutoFit/>
          </a:bodyPr>
          <a:lstStyle/>
          <a:p>
            <a:pPr marL="200526" indent="-200526" defTabSz="457200">
              <a:buSzPct val="100000"/>
              <a:buChar char="•"/>
              <a:tabLst>
                <a:tab pos="139700" algn="l"/>
                <a:tab pos="457200" algn="l"/>
              </a:tabLst>
              <a:defRPr sz="2000">
                <a:solidFill>
                  <a:srgbClr val="666666"/>
                </a:solidFill>
                <a:latin typeface="ArialUnicodeMS"/>
                <a:ea typeface="ArialUnicodeMS"/>
                <a:cs typeface="ArialUnicodeMS"/>
                <a:sym typeface="ArialUnicodeMS"/>
              </a:defRPr>
            </a:pPr>
            <a:r>
              <a:rPr b="1"/>
              <a:t>Write it down and keep it safe:</a:t>
            </a:r>
            <a:r>
              <a:t> Everyone can forget a password. Keep a list that’s stored in a safe, secure place away from your computer. You can alternatively use a service like a password manager to keep track of your passwords.</a:t>
            </a:r>
          </a:p>
          <a:p>
            <a:pPr marL="200526" indent="-200526" defTabSz="457200">
              <a:buSzPct val="100000"/>
              <a:buChar char="•"/>
              <a:tabLst>
                <a:tab pos="139700" algn="l"/>
                <a:tab pos="457200" algn="l"/>
              </a:tabLst>
              <a:defRPr sz="2000">
                <a:solidFill>
                  <a:srgbClr val="666666"/>
                </a:solidFill>
                <a:latin typeface="ArialUnicodeMS"/>
                <a:ea typeface="ArialUnicodeMS"/>
                <a:cs typeface="ArialUnicodeMS"/>
                <a:sym typeface="ArialUnicodeMS"/>
              </a:defRPr>
            </a:pPr>
            <a:r>
              <a:rPr b="1"/>
              <a:t>Own your online presence:</a:t>
            </a:r>
            <a:r>
              <a:t> When available, set the privacy and security settings on websites to your comfort level for information sharing. It’s ok to limit who you share information with.</a:t>
            </a:r>
          </a:p>
        </p:txBody>
      </p:sp>
      <p:sp>
        <p:nvSpPr>
          <p:cNvPr id="182" name="Slide Number"/>
          <p:cNvSpPr>
            <a:spLocks noGrp="1"/>
          </p:cNvSpPr>
          <p:nvPr>
            <p:ph type="sldNum" sz="quarter" idx="2"/>
          </p:nvPr>
        </p:nvSpPr>
        <p:spPr>
          <a:xfrm>
            <a:off x="4382855" y="6453335"/>
            <a:ext cx="203023" cy="288823"/>
          </a:xfrm>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t>7</a:t>
            </a:fld>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Title 1"/>
          <p:cNvSpPr>
            <a:spLocks noGrp="1"/>
          </p:cNvSpPr>
          <p:nvPr>
            <p:ph type="title"/>
          </p:nvPr>
        </p:nvSpPr>
        <p:spPr>
          <a:xfrm>
            <a:off x="395536" y="764704"/>
            <a:ext cx="6324601" cy="609601"/>
          </a:xfrm>
          <a:prstGeom prst="rect">
            <a:avLst/>
          </a:prstGeom>
        </p:spPr>
        <p:txBody>
          <a:bodyPr/>
          <a:lstStyle>
            <a:lvl1pPr algn="l" defTabSz="457200">
              <a:defRPr sz="2800">
                <a:solidFill>
                  <a:srgbClr val="F25320"/>
                </a:solidFill>
              </a:defRPr>
            </a:lvl1pPr>
          </a:lstStyle>
          <a:p>
            <a:r>
              <a:t>Connect With Care</a:t>
            </a:r>
          </a:p>
        </p:txBody>
      </p:sp>
      <p:sp>
        <p:nvSpPr>
          <p:cNvPr id="185" name="Rectangle 3"/>
          <p:cNvSpPr/>
          <p:nvPr/>
        </p:nvSpPr>
        <p:spPr>
          <a:xfrm>
            <a:off x="552369" y="1522394"/>
            <a:ext cx="7801969" cy="4055999"/>
          </a:xfrm>
          <a:prstGeom prst="rect">
            <a:avLst/>
          </a:prstGeom>
          <a:ln w="12700">
            <a:miter lim="400000"/>
          </a:ln>
          <a:extLst>
            <a:ext uri="{C572A759-6A51-4108-AA02-DFA0A04FC94B}">
              <ma14:wrappingTextBoxFlag xmlns:ma14="http://schemas.microsoft.com/office/mac/drawingml/2011/main" xmlns="" val="1"/>
            </a:ext>
          </a:extLst>
        </p:spPr>
        <p:txBody>
          <a:bodyPr lIns="46798" tIns="46798" rIns="46798" bIns="46798">
            <a:spAutoFit/>
          </a:bodyPr>
          <a:lstStyle/>
          <a:p>
            <a:pPr marL="200526" indent="-200526" defTabSz="457200">
              <a:buSzPct val="100000"/>
              <a:buChar char="•"/>
              <a:tabLst>
                <a:tab pos="139700" algn="l"/>
                <a:tab pos="457200" algn="l"/>
              </a:tabLst>
              <a:defRPr sz="2000">
                <a:solidFill>
                  <a:srgbClr val="666666"/>
                </a:solidFill>
                <a:latin typeface="ArialUnicodeMS"/>
                <a:ea typeface="ArialUnicodeMS"/>
                <a:cs typeface="ArialUnicodeMS"/>
                <a:sym typeface="ArialUnicodeMS"/>
              </a:defRPr>
            </a:pPr>
            <a:r>
              <a:rPr b="1"/>
              <a:t>When in doubt, throw it out:</a:t>
            </a:r>
            <a:r>
              <a:t> Links in email, tweets, posts, and online advertising are often the way cybercriminals compromise your computer. If it looks suspicious, even if you know the source, it’s best to delete or if appropriate, mark as junk email.</a:t>
            </a:r>
          </a:p>
          <a:p>
            <a:pPr marL="200526" indent="-200526" defTabSz="457200">
              <a:buSzPct val="100000"/>
              <a:buChar char="•"/>
              <a:tabLst>
                <a:tab pos="139700" algn="l"/>
                <a:tab pos="457200" algn="l"/>
              </a:tabLst>
              <a:defRPr sz="2000">
                <a:solidFill>
                  <a:srgbClr val="666666"/>
                </a:solidFill>
                <a:latin typeface="ArialUnicodeMS"/>
                <a:ea typeface="ArialUnicodeMS"/>
                <a:cs typeface="ArialUnicodeMS"/>
                <a:sym typeface="ArialUnicodeMS"/>
              </a:defRPr>
            </a:pPr>
            <a:r>
              <a:t> </a:t>
            </a:r>
            <a:r>
              <a:rPr b="1"/>
              <a:t>Get savvy about Wi-Fi hotspots:</a:t>
            </a:r>
            <a:r>
              <a:t> Limit the type of business you conduct and adjust the security settings on your device to limit who can access your machine.</a:t>
            </a:r>
          </a:p>
          <a:p>
            <a:pPr marL="200526" indent="-200526" defTabSz="457200">
              <a:buSzPct val="100000"/>
              <a:buChar char="•"/>
              <a:tabLst>
                <a:tab pos="139700" algn="l"/>
                <a:tab pos="457200" algn="l"/>
              </a:tabLst>
              <a:defRPr sz="2000">
                <a:solidFill>
                  <a:srgbClr val="666666"/>
                </a:solidFill>
                <a:latin typeface="ArialUnicodeMS"/>
                <a:ea typeface="ArialUnicodeMS"/>
                <a:cs typeface="ArialUnicodeMS"/>
                <a:sym typeface="ArialUnicodeMS"/>
              </a:defRPr>
            </a:pPr>
            <a:r>
              <a:t>  </a:t>
            </a:r>
            <a:r>
              <a:rPr b="1"/>
              <a:t>Protect your money:</a:t>
            </a:r>
            <a:r>
              <a:t> When banking and shopping, check to be sure the sites is security enabled. Look for web addresses with “https://” or “shttp://”, which means the site takes extra measures to help secure your information. “Http://” is not secure.</a:t>
            </a:r>
          </a:p>
        </p:txBody>
      </p:sp>
      <p:sp>
        <p:nvSpPr>
          <p:cNvPr id="186" name="Slide Number"/>
          <p:cNvSpPr>
            <a:spLocks noGrp="1"/>
          </p:cNvSpPr>
          <p:nvPr>
            <p:ph type="sldNum" sz="quarter" idx="2"/>
          </p:nvPr>
        </p:nvSpPr>
        <p:spPr>
          <a:xfrm>
            <a:off x="4382855" y="6453335"/>
            <a:ext cx="203023" cy="288823"/>
          </a:xfrm>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t>8</a:t>
            </a:fld>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Title 1"/>
          <p:cNvSpPr>
            <a:spLocks noGrp="1"/>
          </p:cNvSpPr>
          <p:nvPr>
            <p:ph type="title"/>
          </p:nvPr>
        </p:nvSpPr>
        <p:spPr>
          <a:xfrm>
            <a:off x="395536" y="764704"/>
            <a:ext cx="6324601" cy="609601"/>
          </a:xfrm>
          <a:prstGeom prst="rect">
            <a:avLst/>
          </a:prstGeom>
        </p:spPr>
        <p:txBody>
          <a:bodyPr/>
          <a:lstStyle>
            <a:lvl1pPr algn="l" defTabSz="457200">
              <a:defRPr sz="2800">
                <a:solidFill>
                  <a:srgbClr val="F25320"/>
                </a:solidFill>
              </a:defRPr>
            </a:lvl1pPr>
          </a:lstStyle>
          <a:p>
            <a:r>
              <a:t>Be Web Wise</a:t>
            </a:r>
          </a:p>
        </p:txBody>
      </p:sp>
      <p:sp>
        <p:nvSpPr>
          <p:cNvPr id="189" name="Rectangle 3"/>
          <p:cNvSpPr/>
          <p:nvPr/>
        </p:nvSpPr>
        <p:spPr>
          <a:xfrm>
            <a:off x="552369" y="1522394"/>
            <a:ext cx="7801969" cy="3446399"/>
          </a:xfrm>
          <a:prstGeom prst="rect">
            <a:avLst/>
          </a:prstGeom>
          <a:ln w="12700">
            <a:miter lim="400000"/>
          </a:ln>
          <a:extLst>
            <a:ext uri="{C572A759-6A51-4108-AA02-DFA0A04FC94B}">
              <ma14:wrappingTextBoxFlag xmlns:ma14="http://schemas.microsoft.com/office/mac/drawingml/2011/main" xmlns="" val="1"/>
            </a:ext>
          </a:extLst>
        </p:spPr>
        <p:txBody>
          <a:bodyPr lIns="46798" tIns="46798" rIns="46798" bIns="46798">
            <a:spAutoFit/>
          </a:bodyPr>
          <a:lstStyle/>
          <a:p>
            <a:pPr marL="457200" indent="-457200" defTabSz="457200">
              <a:tabLst>
                <a:tab pos="139700" algn="l"/>
                <a:tab pos="457200" algn="l"/>
              </a:tabLst>
              <a:defRPr sz="2000">
                <a:solidFill>
                  <a:srgbClr val="666666"/>
                </a:solidFill>
                <a:latin typeface="ArialUnicodeMS"/>
                <a:ea typeface="ArialUnicodeMS"/>
                <a:cs typeface="ArialUnicodeMS"/>
                <a:sym typeface="ArialUnicodeMS"/>
              </a:defRPr>
            </a:pPr>
            <a:r>
              <a:t>	•	</a:t>
            </a:r>
            <a:r>
              <a:rPr b="1"/>
              <a:t>Stay current.</a:t>
            </a:r>
            <a:r>
              <a:t> Keep pace with new ways to stay safe online: Check trusted websites for the latest information, and share with friends, family, and colleagues and encourage them to be web wise.</a:t>
            </a:r>
          </a:p>
          <a:p>
            <a:pPr marL="457200" indent="-457200" defTabSz="457200">
              <a:tabLst>
                <a:tab pos="139700" algn="l"/>
                <a:tab pos="457200" algn="l"/>
              </a:tabLst>
              <a:defRPr sz="2000">
                <a:solidFill>
                  <a:srgbClr val="666666"/>
                </a:solidFill>
                <a:latin typeface="ArialUnicodeMS"/>
                <a:ea typeface="ArialUnicodeMS"/>
                <a:cs typeface="ArialUnicodeMS"/>
                <a:sym typeface="ArialUnicodeMS"/>
              </a:defRPr>
            </a:pPr>
            <a:r>
              <a:t>	•	</a:t>
            </a:r>
            <a:r>
              <a:rPr b="1"/>
              <a:t>Think before you act:</a:t>
            </a:r>
            <a:r>
              <a:t> Be wary of communications that implores you to act immediately, offers something that sounds too good to be true, or asks for personal information.</a:t>
            </a:r>
          </a:p>
          <a:p>
            <a:pPr marL="457200" indent="-457200" defTabSz="457200">
              <a:tabLst>
                <a:tab pos="139700" algn="l"/>
                <a:tab pos="457200" algn="l"/>
              </a:tabLst>
              <a:defRPr sz="2000">
                <a:solidFill>
                  <a:srgbClr val="666666"/>
                </a:solidFill>
                <a:latin typeface="ArialUnicodeMS"/>
                <a:ea typeface="ArialUnicodeMS"/>
                <a:cs typeface="ArialUnicodeMS"/>
                <a:sym typeface="ArialUnicodeMS"/>
              </a:defRPr>
            </a:pPr>
            <a:r>
              <a:t>	•	</a:t>
            </a:r>
            <a:r>
              <a:rPr b="1"/>
              <a:t>Back it up:</a:t>
            </a:r>
            <a:r>
              <a:t> Protect your valuable work, music, photos, and other digital information by making an electronic copy and storing it safely.	•	</a:t>
            </a:r>
          </a:p>
        </p:txBody>
      </p:sp>
      <p:sp>
        <p:nvSpPr>
          <p:cNvPr id="190" name="Slide Number"/>
          <p:cNvSpPr>
            <a:spLocks noGrp="1"/>
          </p:cNvSpPr>
          <p:nvPr>
            <p:ph type="sldNum" sz="quarter" idx="2"/>
          </p:nvPr>
        </p:nvSpPr>
        <p:spPr>
          <a:xfrm>
            <a:off x="4382855" y="6453335"/>
            <a:ext cx="203023" cy="288823"/>
          </a:xfrm>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t>9</a:t>
            </a:fld>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Title 1"/>
          <p:cNvSpPr>
            <a:spLocks noGrp="1"/>
          </p:cNvSpPr>
          <p:nvPr>
            <p:ph type="title"/>
          </p:nvPr>
        </p:nvSpPr>
        <p:spPr>
          <a:xfrm>
            <a:off x="1423577" y="2512047"/>
            <a:ext cx="6324601" cy="609601"/>
          </a:xfrm>
          <a:prstGeom prst="rect">
            <a:avLst/>
          </a:prstGeom>
        </p:spPr>
        <p:txBody>
          <a:bodyPr/>
          <a:lstStyle>
            <a:lvl1pPr defTabSz="457200">
              <a:defRPr sz="3000">
                <a:solidFill>
                  <a:srgbClr val="F25320"/>
                </a:solidFill>
              </a:defRPr>
            </a:lvl1pPr>
          </a:lstStyle>
          <a:p>
            <a:r>
              <a:t>Stop  Think  Connect</a:t>
            </a:r>
          </a:p>
        </p:txBody>
      </p:sp>
      <p:sp>
        <p:nvSpPr>
          <p:cNvPr id="193" name="https://www.stopthinkconnect.org"/>
          <p:cNvSpPr/>
          <p:nvPr/>
        </p:nvSpPr>
        <p:spPr>
          <a:xfrm>
            <a:off x="2450347" y="3572221"/>
            <a:ext cx="4560054" cy="459739"/>
          </a:xfrm>
          <a:prstGeom prst="rect">
            <a:avLst/>
          </a:prstGeom>
          <a:ln w="12700">
            <a:miter lim="400000"/>
          </a:ln>
          <a:extLst>
            <a:ext uri="{C572A759-6A51-4108-AA02-DFA0A04FC94B}">
              <ma14:wrappingTextBoxFlag xmlns:ma14="http://schemas.microsoft.com/office/mac/drawingml/2011/main" xmlns="" val="1"/>
            </a:ext>
          </a:extLst>
        </p:spPr>
        <p:txBody>
          <a:bodyPr wrap="none" lIns="45718" tIns="45718" rIns="45718" bIns="45718">
            <a:spAutoFit/>
          </a:bodyPr>
          <a:lstStyle>
            <a:lvl1pPr>
              <a:defRPr u="sng">
                <a:solidFill>
                  <a:srgbClr val="0000FF"/>
                </a:solidFill>
                <a:uFill>
                  <a:solidFill>
                    <a:srgbClr val="0000FF"/>
                  </a:solidFill>
                </a:uFill>
                <a:hlinkClick r:id="rId2"/>
              </a:defRPr>
            </a:lvl1pPr>
          </a:lstStyle>
          <a:p>
            <a:pPr>
              <a:defRPr u="none">
                <a:solidFill>
                  <a:srgbClr val="000000"/>
                </a:solidFill>
                <a:uFillTx/>
              </a:defRPr>
            </a:pPr>
            <a:r>
              <a:rPr u="sng">
                <a:solidFill>
                  <a:srgbClr val="0000FF"/>
                </a:solidFill>
                <a:uFill>
                  <a:solidFill>
                    <a:srgbClr val="0000FF"/>
                  </a:solidFill>
                </a:uFill>
                <a:hlinkClick r:id="rId2"/>
              </a:rPr>
              <a:t>https://www.stopthinkconnect.org</a:t>
            </a:r>
          </a:p>
        </p:txBody>
      </p:sp>
      <p:sp>
        <p:nvSpPr>
          <p:cNvPr id="194" name="Slide Number"/>
          <p:cNvSpPr>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t>10</a:t>
            </a:fld>
            <a:endParaRPr/>
          </a:p>
        </p:txBody>
      </p:sp>
    </p:spTree>
  </p:cSld>
  <p:clrMapOvr>
    <a:masterClrMapping/>
  </p:clrMapOvr>
  <p:transition spd="med"/>
</p:sld>
</file>

<file path=ppt/theme/theme1.xml><?xml version="1.0" encoding="utf-8"?>
<a:theme xmlns:a="http://schemas.openxmlformats.org/drawingml/2006/main" name="Lecture Slides">
  <a:themeElements>
    <a:clrScheme name="Lecture Slides">
      <a:dk1>
        <a:srgbClr val="000000"/>
      </a:dk1>
      <a:lt1>
        <a:srgbClr val="FFFFFF"/>
      </a:lt1>
      <a:dk2>
        <a:srgbClr val="A7A7A7"/>
      </a:dk2>
      <a:lt2>
        <a:srgbClr val="535353"/>
      </a:lt2>
      <a:accent1>
        <a:srgbClr val="BBE0E3"/>
      </a:accent1>
      <a:accent2>
        <a:srgbClr val="333399"/>
      </a:accent2>
      <a:accent3>
        <a:srgbClr val="8F8F8F"/>
      </a:accent3>
      <a:accent4>
        <a:srgbClr val="707070"/>
      </a:accent4>
      <a:accent5>
        <a:srgbClr val="DAEDEF"/>
      </a:accent5>
      <a:accent6>
        <a:srgbClr val="2D2D8A"/>
      </a:accent6>
      <a:hlink>
        <a:srgbClr val="0000FF"/>
      </a:hlink>
      <a:folHlink>
        <a:srgbClr val="FF00FF"/>
      </a:folHlink>
    </a:clrScheme>
    <a:fontScheme name="Lecture Slides">
      <a:majorFont>
        <a:latin typeface="Helvetica"/>
        <a:ea typeface="Helvetica"/>
        <a:cs typeface="Helvetica"/>
      </a:majorFont>
      <a:minorFont>
        <a:latin typeface="Arial"/>
        <a:ea typeface="Arial"/>
        <a:cs typeface="Arial"/>
      </a:minorFont>
    </a:fontScheme>
    <a:fmtScheme name="Lecture Slid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Lecture Slides">
  <a:themeElements>
    <a:clrScheme name="Lecture Slides">
      <a:dk1>
        <a:srgbClr val="000000"/>
      </a:dk1>
      <a:lt1>
        <a:srgbClr val="FFFFFF"/>
      </a:lt1>
      <a:dk2>
        <a:srgbClr val="A7A7A7"/>
      </a:dk2>
      <a:lt2>
        <a:srgbClr val="535353"/>
      </a:lt2>
      <a:accent1>
        <a:srgbClr val="BBE0E3"/>
      </a:accent1>
      <a:accent2>
        <a:srgbClr val="333399"/>
      </a:accent2>
      <a:accent3>
        <a:srgbClr val="8F8F8F"/>
      </a:accent3>
      <a:accent4>
        <a:srgbClr val="707070"/>
      </a:accent4>
      <a:accent5>
        <a:srgbClr val="DAEDEF"/>
      </a:accent5>
      <a:accent6>
        <a:srgbClr val="2D2D8A"/>
      </a:accent6>
      <a:hlink>
        <a:srgbClr val="0000FF"/>
      </a:hlink>
      <a:folHlink>
        <a:srgbClr val="FF00FF"/>
      </a:folHlink>
    </a:clrScheme>
    <a:fontScheme name="Lecture Slides">
      <a:majorFont>
        <a:latin typeface="Helvetica"/>
        <a:ea typeface="Helvetica"/>
        <a:cs typeface="Helvetica"/>
      </a:majorFont>
      <a:minorFont>
        <a:latin typeface="Arial"/>
        <a:ea typeface="Arial"/>
        <a:cs typeface="Arial"/>
      </a:minorFont>
    </a:fontScheme>
    <a:fmtScheme name="Lecture Slid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TotalTime>
  <Words>398</Words>
  <Application>Microsoft Office PowerPoint</Application>
  <PresentationFormat>On-screen Show (4:3)</PresentationFormat>
  <Paragraphs>46</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Lecture Slides</vt:lpstr>
      <vt:lpstr>PowerPoint Presentation</vt:lpstr>
      <vt:lpstr>Online Safety</vt:lpstr>
      <vt:lpstr>Online Safety</vt:lpstr>
      <vt:lpstr>Keep a Clean Machine</vt:lpstr>
      <vt:lpstr>Protect Your Personal Information</vt:lpstr>
      <vt:lpstr>Protect Your Personal Information</vt:lpstr>
      <vt:lpstr>Keep a Clean Machine</vt:lpstr>
      <vt:lpstr>Connect With Care</vt:lpstr>
      <vt:lpstr>Be Web Wise</vt:lpstr>
      <vt:lpstr>Stop  Think  Connect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Fairlie, Fiona</dc:creator>
  <cp:lastModifiedBy>Setup</cp:lastModifiedBy>
  <cp:revision>2</cp:revision>
  <dcterms:modified xsi:type="dcterms:W3CDTF">2018-08-30T17:47:35Z</dcterms:modified>
</cp:coreProperties>
</file>